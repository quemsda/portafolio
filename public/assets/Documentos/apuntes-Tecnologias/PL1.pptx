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notesSlides/notesSlide1.xml" ContentType="application/vnd.openxmlformats-officedocument.presentationml.notesSlide+xml"/>
  <Override PartName="/ppt/theme/themeOverride5.xml" ContentType="application/vnd.openxmlformats-officedocument.themeOverride+xml"/>
  <Override PartName="/ppt/theme/themeOverride6.xml" ContentType="application/vnd.openxmlformats-officedocument.themeOverride+xml"/>
  <Override PartName="/ppt/theme/themeOverride7.xml" ContentType="application/vnd.openxmlformats-officedocument.themeOverride+xml"/>
  <Override PartName="/ppt/theme/themeOverride8.xml" ContentType="application/vnd.openxmlformats-officedocument.themeOverride+xml"/>
  <Override PartName="/ppt/theme/themeOverride9.xml" ContentType="application/vnd.openxmlformats-officedocument.themeOverride+xml"/>
  <Override PartName="/ppt/theme/themeOverride10.xml" ContentType="application/vnd.openxmlformats-officedocument.themeOverride+xml"/>
  <Override PartName="/ppt/theme/themeOverride11.xml" ContentType="application/vnd.openxmlformats-officedocument.themeOverride+xml"/>
  <Override PartName="/ppt/theme/themeOverride12.xml" ContentType="application/vnd.openxmlformats-officedocument.themeOverride+xml"/>
  <Override PartName="/ppt/theme/themeOverride13.xml" ContentType="application/vnd.openxmlformats-officedocument.themeOverride+xml"/>
  <Override PartName="/ppt/theme/themeOverride14.xml" ContentType="application/vnd.openxmlformats-officedocument.themeOverr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Lst>
  <p:notesMasterIdLst>
    <p:notesMasterId r:id="rId21"/>
  </p:notesMasterIdLst>
  <p:sldIdLst>
    <p:sldId id="281" r:id="rId3"/>
    <p:sldId id="338" r:id="rId4"/>
    <p:sldId id="339" r:id="rId5"/>
    <p:sldId id="340" r:id="rId6"/>
    <p:sldId id="341" r:id="rId7"/>
    <p:sldId id="342" r:id="rId8"/>
    <p:sldId id="343" r:id="rId9"/>
    <p:sldId id="344" r:id="rId10"/>
    <p:sldId id="345" r:id="rId11"/>
    <p:sldId id="346" r:id="rId12"/>
    <p:sldId id="347" r:id="rId13"/>
    <p:sldId id="348" r:id="rId14"/>
    <p:sldId id="349" r:id="rId15"/>
    <p:sldId id="353" r:id="rId16"/>
    <p:sldId id="350" r:id="rId17"/>
    <p:sldId id="337" r:id="rId18"/>
    <p:sldId id="352" r:id="rId19"/>
    <p:sldId id="351" r:id="rId20"/>
  </p:sldIdLst>
  <p:sldSz cx="12192000" cy="6858000"/>
  <p:notesSz cx="6858000" cy="9144000"/>
  <p:defaultText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1"/>
  </p:normalViewPr>
  <p:slideViewPr>
    <p:cSldViewPr snapToGrid="0">
      <p:cViewPr varScale="1">
        <p:scale>
          <a:sx n="110" d="100"/>
          <a:sy n="110" d="100"/>
        </p:scale>
        <p:origin x="536"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notesMaster" Target="notesMasters/notes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336B8ED-4417-9544-9C9D-ED9545F45C0E}" type="doc">
      <dgm:prSet loTypeId="urn:microsoft.com/office/officeart/2005/8/layout/default" loCatId="" qsTypeId="urn:microsoft.com/office/officeart/2005/8/quickstyle/simple1" qsCatId="simple" csTypeId="urn:microsoft.com/office/officeart/2005/8/colors/colorful1" csCatId="colorful" phldr="1"/>
      <dgm:spPr/>
      <dgm:t>
        <a:bodyPr/>
        <a:lstStyle/>
        <a:p>
          <a:endParaRPr lang="es-MX"/>
        </a:p>
      </dgm:t>
    </dgm:pt>
    <dgm:pt modelId="{DA0AEE4B-8FF1-7842-A766-8BBD92661230}">
      <dgm:prSet phldrT="[Texto]"/>
      <dgm:spPr/>
      <dgm:t>
        <a:bodyPr/>
        <a:lstStyle/>
        <a:p>
          <a:r>
            <a:rPr lang="es-MX" dirty="0"/>
            <a:t>Desarrollo de la actividad productiva</a:t>
          </a:r>
        </a:p>
      </dgm:t>
    </dgm:pt>
    <dgm:pt modelId="{ADC42297-0082-E741-B07A-65ABF8DC7E16}" type="parTrans" cxnId="{28EEB799-9395-E342-A25D-C6FBDEAE3774}">
      <dgm:prSet/>
      <dgm:spPr/>
      <dgm:t>
        <a:bodyPr/>
        <a:lstStyle/>
        <a:p>
          <a:endParaRPr lang="es-MX"/>
        </a:p>
      </dgm:t>
    </dgm:pt>
    <dgm:pt modelId="{208C361B-7BC5-AA41-B081-AC0E6A5062AB}" type="sibTrans" cxnId="{28EEB799-9395-E342-A25D-C6FBDEAE3774}">
      <dgm:prSet/>
      <dgm:spPr/>
      <dgm:t>
        <a:bodyPr/>
        <a:lstStyle/>
        <a:p>
          <a:endParaRPr lang="es-MX"/>
        </a:p>
      </dgm:t>
    </dgm:pt>
    <dgm:pt modelId="{E46D460E-9B9C-D14A-9BCF-27AF8409F769}">
      <dgm:prSet phldrT="[Texto]"/>
      <dgm:spPr/>
      <dgm:t>
        <a:bodyPr/>
        <a:lstStyle/>
        <a:p>
          <a:r>
            <a:rPr lang="es-MX" dirty="0"/>
            <a:t>Recursos materiales y energéticos</a:t>
          </a:r>
        </a:p>
      </dgm:t>
    </dgm:pt>
    <dgm:pt modelId="{6B714100-003A-9643-AA2E-83C4CFF74C0D}" type="parTrans" cxnId="{86CE9023-CF8C-0046-8A81-A75A89BEFE6F}">
      <dgm:prSet/>
      <dgm:spPr/>
      <dgm:t>
        <a:bodyPr/>
        <a:lstStyle/>
        <a:p>
          <a:endParaRPr lang="es-MX"/>
        </a:p>
      </dgm:t>
    </dgm:pt>
    <dgm:pt modelId="{8E9A1828-FB98-CE46-866C-11612A2607CB}" type="sibTrans" cxnId="{86CE9023-CF8C-0046-8A81-A75A89BEFE6F}">
      <dgm:prSet/>
      <dgm:spPr/>
      <dgm:t>
        <a:bodyPr/>
        <a:lstStyle/>
        <a:p>
          <a:endParaRPr lang="es-MX"/>
        </a:p>
      </dgm:t>
    </dgm:pt>
    <dgm:pt modelId="{AC85DF55-8895-B447-BE10-A90E3FCE427C}">
      <dgm:prSet phldrT="[Texto]"/>
      <dgm:spPr/>
      <dgm:t>
        <a:bodyPr/>
        <a:lstStyle/>
        <a:p>
          <a:r>
            <a:rPr lang="es-MX" dirty="0"/>
            <a:t>Procesos industriales</a:t>
          </a:r>
        </a:p>
      </dgm:t>
    </dgm:pt>
    <dgm:pt modelId="{ADBE42EB-6159-8746-B54D-E7531661F6B9}" type="parTrans" cxnId="{D3286D8F-3B83-194B-99BE-5854BDD176B8}">
      <dgm:prSet/>
      <dgm:spPr/>
      <dgm:t>
        <a:bodyPr/>
        <a:lstStyle/>
        <a:p>
          <a:endParaRPr lang="es-MX"/>
        </a:p>
      </dgm:t>
    </dgm:pt>
    <dgm:pt modelId="{E9AC1953-982C-064F-996A-E68EE94398E4}" type="sibTrans" cxnId="{D3286D8F-3B83-194B-99BE-5854BDD176B8}">
      <dgm:prSet/>
      <dgm:spPr/>
      <dgm:t>
        <a:bodyPr/>
        <a:lstStyle/>
        <a:p>
          <a:endParaRPr lang="es-MX"/>
        </a:p>
      </dgm:t>
    </dgm:pt>
    <dgm:pt modelId="{2D86F11B-1003-EE4E-B76C-A404E8B7450A}">
      <dgm:prSet phldrT="[Texto]"/>
      <dgm:spPr/>
      <dgm:t>
        <a:bodyPr/>
        <a:lstStyle/>
        <a:p>
          <a:r>
            <a:rPr lang="es-MX" dirty="0"/>
            <a:t>Identificar aspectos ambientales </a:t>
          </a:r>
        </a:p>
      </dgm:t>
    </dgm:pt>
    <dgm:pt modelId="{5F84AA4C-5B27-D14F-BA06-EECA7676D5F2}" type="parTrans" cxnId="{6244BBAD-1DEB-C649-816E-B7F32E7DF333}">
      <dgm:prSet/>
      <dgm:spPr/>
      <dgm:t>
        <a:bodyPr/>
        <a:lstStyle/>
        <a:p>
          <a:endParaRPr lang="es-MX"/>
        </a:p>
      </dgm:t>
    </dgm:pt>
    <dgm:pt modelId="{B02BC780-41C5-8F4A-B381-AD62B471FAD3}" type="sibTrans" cxnId="{6244BBAD-1DEB-C649-816E-B7F32E7DF333}">
      <dgm:prSet/>
      <dgm:spPr/>
      <dgm:t>
        <a:bodyPr/>
        <a:lstStyle/>
        <a:p>
          <a:endParaRPr lang="es-MX"/>
        </a:p>
      </dgm:t>
    </dgm:pt>
    <dgm:pt modelId="{F51F8281-4DD9-7C48-A40A-DBB0E3EDF5C3}">
      <dgm:prSet phldrT="[Texto]"/>
      <dgm:spPr/>
      <dgm:t>
        <a:bodyPr/>
        <a:lstStyle/>
        <a:p>
          <a:r>
            <a:rPr lang="es-MX" dirty="0"/>
            <a:t>Alternativas para mitigar el impacto ambietal</a:t>
          </a:r>
        </a:p>
      </dgm:t>
    </dgm:pt>
    <dgm:pt modelId="{E80F05A0-19B8-E640-8740-25EBE49BD637}" type="parTrans" cxnId="{E587C25B-19C1-584D-A293-298406186DD8}">
      <dgm:prSet/>
      <dgm:spPr/>
      <dgm:t>
        <a:bodyPr/>
        <a:lstStyle/>
        <a:p>
          <a:endParaRPr lang="es-MX"/>
        </a:p>
      </dgm:t>
    </dgm:pt>
    <dgm:pt modelId="{F39C9BBE-3FD6-394B-9FCB-1F50F6749377}" type="sibTrans" cxnId="{E587C25B-19C1-584D-A293-298406186DD8}">
      <dgm:prSet/>
      <dgm:spPr/>
      <dgm:t>
        <a:bodyPr/>
        <a:lstStyle/>
        <a:p>
          <a:endParaRPr lang="es-MX"/>
        </a:p>
      </dgm:t>
    </dgm:pt>
    <dgm:pt modelId="{FCD038A8-FD36-4841-8E84-91AD29FFC132}" type="pres">
      <dgm:prSet presAssocID="{8336B8ED-4417-9544-9C9D-ED9545F45C0E}" presName="diagram" presStyleCnt="0">
        <dgm:presLayoutVars>
          <dgm:dir/>
          <dgm:resizeHandles val="exact"/>
        </dgm:presLayoutVars>
      </dgm:prSet>
      <dgm:spPr/>
    </dgm:pt>
    <dgm:pt modelId="{6A473CDB-4912-0144-922A-47C1DA59E737}" type="pres">
      <dgm:prSet presAssocID="{DA0AEE4B-8FF1-7842-A766-8BBD92661230}" presName="node" presStyleLbl="node1" presStyleIdx="0" presStyleCnt="5">
        <dgm:presLayoutVars>
          <dgm:bulletEnabled val="1"/>
        </dgm:presLayoutVars>
      </dgm:prSet>
      <dgm:spPr/>
    </dgm:pt>
    <dgm:pt modelId="{A9F89F49-5479-154A-A68C-77FCBE8DD926}" type="pres">
      <dgm:prSet presAssocID="{208C361B-7BC5-AA41-B081-AC0E6A5062AB}" presName="sibTrans" presStyleCnt="0"/>
      <dgm:spPr/>
    </dgm:pt>
    <dgm:pt modelId="{BE3B3C5F-D069-104E-B0FD-F9F2E275A6E2}" type="pres">
      <dgm:prSet presAssocID="{E46D460E-9B9C-D14A-9BCF-27AF8409F769}" presName="node" presStyleLbl="node1" presStyleIdx="1" presStyleCnt="5">
        <dgm:presLayoutVars>
          <dgm:bulletEnabled val="1"/>
        </dgm:presLayoutVars>
      </dgm:prSet>
      <dgm:spPr/>
    </dgm:pt>
    <dgm:pt modelId="{39D16E5E-F631-6C42-B50A-55AD06FAF32A}" type="pres">
      <dgm:prSet presAssocID="{8E9A1828-FB98-CE46-866C-11612A2607CB}" presName="sibTrans" presStyleCnt="0"/>
      <dgm:spPr/>
    </dgm:pt>
    <dgm:pt modelId="{F7995455-F430-A147-93E9-7BBF5732677A}" type="pres">
      <dgm:prSet presAssocID="{AC85DF55-8895-B447-BE10-A90E3FCE427C}" presName="node" presStyleLbl="node1" presStyleIdx="2" presStyleCnt="5">
        <dgm:presLayoutVars>
          <dgm:bulletEnabled val="1"/>
        </dgm:presLayoutVars>
      </dgm:prSet>
      <dgm:spPr/>
    </dgm:pt>
    <dgm:pt modelId="{5CFBB0DA-AF2F-F247-BF6B-4BC39FA1F1E7}" type="pres">
      <dgm:prSet presAssocID="{E9AC1953-982C-064F-996A-E68EE94398E4}" presName="sibTrans" presStyleCnt="0"/>
      <dgm:spPr/>
    </dgm:pt>
    <dgm:pt modelId="{885E1B12-2C30-384B-BE13-F1987FF4B7AA}" type="pres">
      <dgm:prSet presAssocID="{2D86F11B-1003-EE4E-B76C-A404E8B7450A}" presName="node" presStyleLbl="node1" presStyleIdx="3" presStyleCnt="5">
        <dgm:presLayoutVars>
          <dgm:bulletEnabled val="1"/>
        </dgm:presLayoutVars>
      </dgm:prSet>
      <dgm:spPr/>
    </dgm:pt>
    <dgm:pt modelId="{9D148BA3-037B-B14A-8B9F-35CD6B7272D6}" type="pres">
      <dgm:prSet presAssocID="{B02BC780-41C5-8F4A-B381-AD62B471FAD3}" presName="sibTrans" presStyleCnt="0"/>
      <dgm:spPr/>
    </dgm:pt>
    <dgm:pt modelId="{5C961869-FFB9-8D4B-B440-AAE95EBD4F4F}" type="pres">
      <dgm:prSet presAssocID="{F51F8281-4DD9-7C48-A40A-DBB0E3EDF5C3}" presName="node" presStyleLbl="node1" presStyleIdx="4" presStyleCnt="5">
        <dgm:presLayoutVars>
          <dgm:bulletEnabled val="1"/>
        </dgm:presLayoutVars>
      </dgm:prSet>
      <dgm:spPr/>
    </dgm:pt>
  </dgm:ptLst>
  <dgm:cxnLst>
    <dgm:cxn modelId="{86CE9023-CF8C-0046-8A81-A75A89BEFE6F}" srcId="{8336B8ED-4417-9544-9C9D-ED9545F45C0E}" destId="{E46D460E-9B9C-D14A-9BCF-27AF8409F769}" srcOrd="1" destOrd="0" parTransId="{6B714100-003A-9643-AA2E-83C4CFF74C0D}" sibTransId="{8E9A1828-FB98-CE46-866C-11612A2607CB}"/>
    <dgm:cxn modelId="{363C0032-EE52-494F-B38A-8D6E7EDDEE7F}" type="presOf" srcId="{AC85DF55-8895-B447-BE10-A90E3FCE427C}" destId="{F7995455-F430-A147-93E9-7BBF5732677A}" srcOrd="0" destOrd="0" presId="urn:microsoft.com/office/officeart/2005/8/layout/default"/>
    <dgm:cxn modelId="{32AB6846-E80A-3F47-B4EB-AFF1272F7A00}" type="presOf" srcId="{DA0AEE4B-8FF1-7842-A766-8BBD92661230}" destId="{6A473CDB-4912-0144-922A-47C1DA59E737}" srcOrd="0" destOrd="0" presId="urn:microsoft.com/office/officeart/2005/8/layout/default"/>
    <dgm:cxn modelId="{10E3F655-8BC8-2A40-A744-0B502A8282C0}" type="presOf" srcId="{2D86F11B-1003-EE4E-B76C-A404E8B7450A}" destId="{885E1B12-2C30-384B-BE13-F1987FF4B7AA}" srcOrd="0" destOrd="0" presId="urn:microsoft.com/office/officeart/2005/8/layout/default"/>
    <dgm:cxn modelId="{E587C25B-19C1-584D-A293-298406186DD8}" srcId="{8336B8ED-4417-9544-9C9D-ED9545F45C0E}" destId="{F51F8281-4DD9-7C48-A40A-DBB0E3EDF5C3}" srcOrd="4" destOrd="0" parTransId="{E80F05A0-19B8-E640-8740-25EBE49BD637}" sibTransId="{F39C9BBE-3FD6-394B-9FCB-1F50F6749377}"/>
    <dgm:cxn modelId="{5A5F5C5F-7D5E-0D4B-A82F-8091751DD2F6}" type="presOf" srcId="{F51F8281-4DD9-7C48-A40A-DBB0E3EDF5C3}" destId="{5C961869-FFB9-8D4B-B440-AAE95EBD4F4F}" srcOrd="0" destOrd="0" presId="urn:microsoft.com/office/officeart/2005/8/layout/default"/>
    <dgm:cxn modelId="{D3286D8F-3B83-194B-99BE-5854BDD176B8}" srcId="{8336B8ED-4417-9544-9C9D-ED9545F45C0E}" destId="{AC85DF55-8895-B447-BE10-A90E3FCE427C}" srcOrd="2" destOrd="0" parTransId="{ADBE42EB-6159-8746-B54D-E7531661F6B9}" sibTransId="{E9AC1953-982C-064F-996A-E68EE94398E4}"/>
    <dgm:cxn modelId="{EAA35E94-8C87-D041-A67D-AA960B1259C5}" type="presOf" srcId="{E46D460E-9B9C-D14A-9BCF-27AF8409F769}" destId="{BE3B3C5F-D069-104E-B0FD-F9F2E275A6E2}" srcOrd="0" destOrd="0" presId="urn:microsoft.com/office/officeart/2005/8/layout/default"/>
    <dgm:cxn modelId="{28EEB799-9395-E342-A25D-C6FBDEAE3774}" srcId="{8336B8ED-4417-9544-9C9D-ED9545F45C0E}" destId="{DA0AEE4B-8FF1-7842-A766-8BBD92661230}" srcOrd="0" destOrd="0" parTransId="{ADC42297-0082-E741-B07A-65ABF8DC7E16}" sibTransId="{208C361B-7BC5-AA41-B081-AC0E6A5062AB}"/>
    <dgm:cxn modelId="{6244BBAD-1DEB-C649-816E-B7F32E7DF333}" srcId="{8336B8ED-4417-9544-9C9D-ED9545F45C0E}" destId="{2D86F11B-1003-EE4E-B76C-A404E8B7450A}" srcOrd="3" destOrd="0" parTransId="{5F84AA4C-5B27-D14F-BA06-EECA7676D5F2}" sibTransId="{B02BC780-41C5-8F4A-B381-AD62B471FAD3}"/>
    <dgm:cxn modelId="{4DC7FFB1-46FE-6E42-A48B-4E1B164D7A2A}" type="presOf" srcId="{8336B8ED-4417-9544-9C9D-ED9545F45C0E}" destId="{FCD038A8-FD36-4841-8E84-91AD29FFC132}" srcOrd="0" destOrd="0" presId="urn:microsoft.com/office/officeart/2005/8/layout/default"/>
    <dgm:cxn modelId="{06BDF373-92DB-5F49-8661-416226913224}" type="presParOf" srcId="{FCD038A8-FD36-4841-8E84-91AD29FFC132}" destId="{6A473CDB-4912-0144-922A-47C1DA59E737}" srcOrd="0" destOrd="0" presId="urn:microsoft.com/office/officeart/2005/8/layout/default"/>
    <dgm:cxn modelId="{6E680F2C-4B08-FF4A-A83C-E12550FE7491}" type="presParOf" srcId="{FCD038A8-FD36-4841-8E84-91AD29FFC132}" destId="{A9F89F49-5479-154A-A68C-77FCBE8DD926}" srcOrd="1" destOrd="0" presId="urn:microsoft.com/office/officeart/2005/8/layout/default"/>
    <dgm:cxn modelId="{B6C4C262-9490-BF47-A814-FEF704E50B39}" type="presParOf" srcId="{FCD038A8-FD36-4841-8E84-91AD29FFC132}" destId="{BE3B3C5F-D069-104E-B0FD-F9F2E275A6E2}" srcOrd="2" destOrd="0" presId="urn:microsoft.com/office/officeart/2005/8/layout/default"/>
    <dgm:cxn modelId="{64C1990C-7980-FD4C-8D20-55C69F8F3D8F}" type="presParOf" srcId="{FCD038A8-FD36-4841-8E84-91AD29FFC132}" destId="{39D16E5E-F631-6C42-B50A-55AD06FAF32A}" srcOrd="3" destOrd="0" presId="urn:microsoft.com/office/officeart/2005/8/layout/default"/>
    <dgm:cxn modelId="{BFD3AFB6-4F53-5941-A1B2-ED8259C26690}" type="presParOf" srcId="{FCD038A8-FD36-4841-8E84-91AD29FFC132}" destId="{F7995455-F430-A147-93E9-7BBF5732677A}" srcOrd="4" destOrd="0" presId="urn:microsoft.com/office/officeart/2005/8/layout/default"/>
    <dgm:cxn modelId="{235FA51C-F477-2646-BD67-1A3F0BF77D85}" type="presParOf" srcId="{FCD038A8-FD36-4841-8E84-91AD29FFC132}" destId="{5CFBB0DA-AF2F-F247-BF6B-4BC39FA1F1E7}" srcOrd="5" destOrd="0" presId="urn:microsoft.com/office/officeart/2005/8/layout/default"/>
    <dgm:cxn modelId="{6F8B9F36-252B-9646-9871-F19DF9915399}" type="presParOf" srcId="{FCD038A8-FD36-4841-8E84-91AD29FFC132}" destId="{885E1B12-2C30-384B-BE13-F1987FF4B7AA}" srcOrd="6" destOrd="0" presId="urn:microsoft.com/office/officeart/2005/8/layout/default"/>
    <dgm:cxn modelId="{444F3728-C868-7A48-A78C-A0AC34BD6BB4}" type="presParOf" srcId="{FCD038A8-FD36-4841-8E84-91AD29FFC132}" destId="{9D148BA3-037B-B14A-8B9F-35CD6B7272D6}" srcOrd="7" destOrd="0" presId="urn:microsoft.com/office/officeart/2005/8/layout/default"/>
    <dgm:cxn modelId="{F48056E9-2B65-7345-A2AB-FCD5193344A9}" type="presParOf" srcId="{FCD038A8-FD36-4841-8E84-91AD29FFC132}" destId="{5C961869-FFB9-8D4B-B440-AAE95EBD4F4F}" srcOrd="8" destOrd="0" presId="urn:microsoft.com/office/officeart/2005/8/layout/defaul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A473CDB-4912-0144-922A-47C1DA59E737}">
      <dsp:nvSpPr>
        <dsp:cNvPr id="0" name=""/>
        <dsp:cNvSpPr/>
      </dsp:nvSpPr>
      <dsp:spPr>
        <a:xfrm>
          <a:off x="0" y="39687"/>
          <a:ext cx="3286125" cy="1971675"/>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ctr" defTabSz="1466850">
            <a:lnSpc>
              <a:spcPct val="90000"/>
            </a:lnSpc>
            <a:spcBef>
              <a:spcPct val="0"/>
            </a:spcBef>
            <a:spcAft>
              <a:spcPct val="35000"/>
            </a:spcAft>
            <a:buNone/>
          </a:pPr>
          <a:r>
            <a:rPr lang="es-MX" sz="3300" kern="1200" dirty="0"/>
            <a:t>Desarrollo de la actividad productiva</a:t>
          </a:r>
        </a:p>
      </dsp:txBody>
      <dsp:txXfrm>
        <a:off x="0" y="39687"/>
        <a:ext cx="3286125" cy="1971675"/>
      </dsp:txXfrm>
    </dsp:sp>
    <dsp:sp modelId="{BE3B3C5F-D069-104E-B0FD-F9F2E275A6E2}">
      <dsp:nvSpPr>
        <dsp:cNvPr id="0" name=""/>
        <dsp:cNvSpPr/>
      </dsp:nvSpPr>
      <dsp:spPr>
        <a:xfrm>
          <a:off x="3614737" y="39687"/>
          <a:ext cx="3286125" cy="1971675"/>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ctr" defTabSz="1466850">
            <a:lnSpc>
              <a:spcPct val="90000"/>
            </a:lnSpc>
            <a:spcBef>
              <a:spcPct val="0"/>
            </a:spcBef>
            <a:spcAft>
              <a:spcPct val="35000"/>
            </a:spcAft>
            <a:buNone/>
          </a:pPr>
          <a:r>
            <a:rPr lang="es-MX" sz="3300" kern="1200" dirty="0"/>
            <a:t>Recursos materiales y energéticos</a:t>
          </a:r>
        </a:p>
      </dsp:txBody>
      <dsp:txXfrm>
        <a:off x="3614737" y="39687"/>
        <a:ext cx="3286125" cy="1971675"/>
      </dsp:txXfrm>
    </dsp:sp>
    <dsp:sp modelId="{F7995455-F430-A147-93E9-7BBF5732677A}">
      <dsp:nvSpPr>
        <dsp:cNvPr id="0" name=""/>
        <dsp:cNvSpPr/>
      </dsp:nvSpPr>
      <dsp:spPr>
        <a:xfrm>
          <a:off x="7229475" y="39687"/>
          <a:ext cx="3286125" cy="1971675"/>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ctr" defTabSz="1466850">
            <a:lnSpc>
              <a:spcPct val="90000"/>
            </a:lnSpc>
            <a:spcBef>
              <a:spcPct val="0"/>
            </a:spcBef>
            <a:spcAft>
              <a:spcPct val="35000"/>
            </a:spcAft>
            <a:buNone/>
          </a:pPr>
          <a:r>
            <a:rPr lang="es-MX" sz="3300" kern="1200" dirty="0"/>
            <a:t>Procesos industriales</a:t>
          </a:r>
        </a:p>
      </dsp:txBody>
      <dsp:txXfrm>
        <a:off x="7229475" y="39687"/>
        <a:ext cx="3286125" cy="1971675"/>
      </dsp:txXfrm>
    </dsp:sp>
    <dsp:sp modelId="{885E1B12-2C30-384B-BE13-F1987FF4B7AA}">
      <dsp:nvSpPr>
        <dsp:cNvPr id="0" name=""/>
        <dsp:cNvSpPr/>
      </dsp:nvSpPr>
      <dsp:spPr>
        <a:xfrm>
          <a:off x="1807368" y="2339975"/>
          <a:ext cx="3286125" cy="1971675"/>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ctr" defTabSz="1466850">
            <a:lnSpc>
              <a:spcPct val="90000"/>
            </a:lnSpc>
            <a:spcBef>
              <a:spcPct val="0"/>
            </a:spcBef>
            <a:spcAft>
              <a:spcPct val="35000"/>
            </a:spcAft>
            <a:buNone/>
          </a:pPr>
          <a:r>
            <a:rPr lang="es-MX" sz="3300" kern="1200" dirty="0"/>
            <a:t>Identificar aspectos ambientales </a:t>
          </a:r>
        </a:p>
      </dsp:txBody>
      <dsp:txXfrm>
        <a:off x="1807368" y="2339975"/>
        <a:ext cx="3286125" cy="1971675"/>
      </dsp:txXfrm>
    </dsp:sp>
    <dsp:sp modelId="{5C961869-FFB9-8D4B-B440-AAE95EBD4F4F}">
      <dsp:nvSpPr>
        <dsp:cNvPr id="0" name=""/>
        <dsp:cNvSpPr/>
      </dsp:nvSpPr>
      <dsp:spPr>
        <a:xfrm>
          <a:off x="5422106" y="2339975"/>
          <a:ext cx="3286125" cy="1971675"/>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ctr" defTabSz="1466850">
            <a:lnSpc>
              <a:spcPct val="90000"/>
            </a:lnSpc>
            <a:spcBef>
              <a:spcPct val="0"/>
            </a:spcBef>
            <a:spcAft>
              <a:spcPct val="35000"/>
            </a:spcAft>
            <a:buNone/>
          </a:pPr>
          <a:r>
            <a:rPr lang="es-MX" sz="3300" kern="1200" dirty="0"/>
            <a:t>Alternativas para mitigar el impacto ambietal</a:t>
          </a:r>
        </a:p>
      </dsp:txBody>
      <dsp:txXfrm>
        <a:off x="5422106" y="2339975"/>
        <a:ext cx="3286125" cy="1971675"/>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AR"/>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0F75223-67BC-E44B-9D96-E778C63570F7}" type="datetimeFigureOut">
              <a:rPr lang="es-AR" smtClean="0"/>
              <a:t>10/8/25</a:t>
            </a:fld>
            <a:endParaRPr lang="es-AR"/>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AR"/>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AR"/>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8DA4719-1480-E845-A1BB-C27A9237CF85}" type="slidenum">
              <a:rPr lang="es-AR" smtClean="0"/>
              <a:t>‹Nº›</a:t>
            </a:fld>
            <a:endParaRPr lang="es-AR"/>
          </a:p>
        </p:txBody>
      </p:sp>
    </p:spTree>
    <p:extLst>
      <p:ext uri="{BB962C8B-B14F-4D97-AF65-F5344CB8AC3E}">
        <p14:creationId xmlns:p14="http://schemas.microsoft.com/office/powerpoint/2010/main" val="35761288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dirty="0"/>
              <a:t>la acumulación de avances en el conocimiento, los contactos crecientes entre las sociedades de Oriente y Occidente, la ruptura de los marcos restrictivos al libre pensamiento, entre otros factores, generaron un caldo de cultivo que daría origen a un cambio tan radical y acelerado, que en menos de dos siglos modificó la faz de la Humanidad.</a:t>
            </a:r>
          </a:p>
          <a:p>
            <a:endParaRPr lang="es-AR" dirty="0"/>
          </a:p>
        </p:txBody>
      </p:sp>
      <p:sp>
        <p:nvSpPr>
          <p:cNvPr id="4" name="Marcador de número de diapositiva 3"/>
          <p:cNvSpPr>
            <a:spLocks noGrp="1"/>
          </p:cNvSpPr>
          <p:nvPr>
            <p:ph type="sldNum" sz="quarter" idx="5"/>
          </p:nvPr>
        </p:nvSpPr>
        <p:spPr/>
        <p:txBody>
          <a:bodyPr/>
          <a:lstStyle/>
          <a:p>
            <a:fld id="{98DA4719-1480-E845-A1BB-C27A9237CF85}" type="slidenum">
              <a:rPr lang="es-AR" smtClean="0"/>
              <a:t>5</a:t>
            </a:fld>
            <a:endParaRPr lang="es-AR"/>
          </a:p>
        </p:txBody>
      </p:sp>
    </p:spTree>
    <p:extLst>
      <p:ext uri="{BB962C8B-B14F-4D97-AF65-F5344CB8AC3E}">
        <p14:creationId xmlns:p14="http://schemas.microsoft.com/office/powerpoint/2010/main" val="35921535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02DDDA3-E9D0-43EF-14EA-330158DF70EE}"/>
              </a:ext>
            </a:extLst>
          </p:cNvPr>
          <p:cNvSpPr>
            <a:spLocks noGrp="1"/>
          </p:cNvSpPr>
          <p:nvPr>
            <p:ph type="ctrTitle"/>
          </p:nvPr>
        </p:nvSpPr>
        <p:spPr>
          <a:xfrm>
            <a:off x="1524000" y="1122363"/>
            <a:ext cx="9144000" cy="2387600"/>
          </a:xfrm>
        </p:spPr>
        <p:txBody>
          <a:bodyPr anchor="b"/>
          <a:lstStyle>
            <a:lvl1pPr algn="ctr">
              <a:defRPr sz="6000"/>
            </a:lvl1pPr>
          </a:lstStyle>
          <a:p>
            <a:r>
              <a:rPr lang="es-MX"/>
              <a:t>Haz clic para modificar el estilo de título del patrón</a:t>
            </a:r>
            <a:endParaRPr lang="es-AR"/>
          </a:p>
        </p:txBody>
      </p:sp>
      <p:sp>
        <p:nvSpPr>
          <p:cNvPr id="3" name="Subtítulo 2">
            <a:extLst>
              <a:ext uri="{FF2B5EF4-FFF2-40B4-BE49-F238E27FC236}">
                <a16:creationId xmlns:a16="http://schemas.microsoft.com/office/drawing/2014/main" id="{4E0AC794-26DB-577B-60E3-634DCFFC058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MX"/>
              <a:t>Haz clic para editar el estilo de subtítulo del patrón</a:t>
            </a:r>
            <a:endParaRPr lang="es-AR"/>
          </a:p>
        </p:txBody>
      </p:sp>
      <p:sp>
        <p:nvSpPr>
          <p:cNvPr id="4" name="Marcador de fecha 3">
            <a:extLst>
              <a:ext uri="{FF2B5EF4-FFF2-40B4-BE49-F238E27FC236}">
                <a16:creationId xmlns:a16="http://schemas.microsoft.com/office/drawing/2014/main" id="{2F6EF75A-CCEF-0A64-14C7-03871ED45167}"/>
              </a:ext>
            </a:extLst>
          </p:cNvPr>
          <p:cNvSpPr>
            <a:spLocks noGrp="1"/>
          </p:cNvSpPr>
          <p:nvPr>
            <p:ph type="dt" sz="half" idx="10"/>
          </p:nvPr>
        </p:nvSpPr>
        <p:spPr/>
        <p:txBody>
          <a:bodyPr/>
          <a:lstStyle/>
          <a:p>
            <a:fld id="{1362BA2B-4EE4-6E43-BDAF-0A3DD4B892EE}" type="datetimeFigureOut">
              <a:rPr lang="es-AR" smtClean="0"/>
              <a:t>10/8/25</a:t>
            </a:fld>
            <a:endParaRPr lang="es-AR"/>
          </a:p>
        </p:txBody>
      </p:sp>
      <p:sp>
        <p:nvSpPr>
          <p:cNvPr id="5" name="Marcador de pie de página 4">
            <a:extLst>
              <a:ext uri="{FF2B5EF4-FFF2-40B4-BE49-F238E27FC236}">
                <a16:creationId xmlns:a16="http://schemas.microsoft.com/office/drawing/2014/main" id="{3B15D9AA-E6AF-603E-0B04-69B43B92366C}"/>
              </a:ext>
            </a:extLst>
          </p:cNvPr>
          <p:cNvSpPr>
            <a:spLocks noGrp="1"/>
          </p:cNvSpPr>
          <p:nvPr>
            <p:ph type="ftr" sz="quarter" idx="11"/>
          </p:nvPr>
        </p:nvSpPr>
        <p:spPr/>
        <p:txBody>
          <a:bodyPr/>
          <a:lstStyle/>
          <a:p>
            <a:endParaRPr lang="es-AR"/>
          </a:p>
        </p:txBody>
      </p:sp>
      <p:sp>
        <p:nvSpPr>
          <p:cNvPr id="6" name="Marcador de número de diapositiva 5">
            <a:extLst>
              <a:ext uri="{FF2B5EF4-FFF2-40B4-BE49-F238E27FC236}">
                <a16:creationId xmlns:a16="http://schemas.microsoft.com/office/drawing/2014/main" id="{7B439B8D-EEA5-9334-77E0-EF32CF397A69}"/>
              </a:ext>
            </a:extLst>
          </p:cNvPr>
          <p:cNvSpPr>
            <a:spLocks noGrp="1"/>
          </p:cNvSpPr>
          <p:nvPr>
            <p:ph type="sldNum" sz="quarter" idx="12"/>
          </p:nvPr>
        </p:nvSpPr>
        <p:spPr/>
        <p:txBody>
          <a:bodyPr/>
          <a:lstStyle/>
          <a:p>
            <a:fld id="{738A995B-DD8A-D24D-B70C-2C80E8D031C3}" type="slidenum">
              <a:rPr lang="es-AR" smtClean="0"/>
              <a:t>‹Nº›</a:t>
            </a:fld>
            <a:endParaRPr lang="es-AR"/>
          </a:p>
        </p:txBody>
      </p:sp>
    </p:spTree>
    <p:extLst>
      <p:ext uri="{BB962C8B-B14F-4D97-AF65-F5344CB8AC3E}">
        <p14:creationId xmlns:p14="http://schemas.microsoft.com/office/powerpoint/2010/main" val="41409277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848F63C-2A17-1FF3-A21F-2E199F3726F3}"/>
              </a:ext>
            </a:extLst>
          </p:cNvPr>
          <p:cNvSpPr>
            <a:spLocks noGrp="1"/>
          </p:cNvSpPr>
          <p:nvPr>
            <p:ph type="title"/>
          </p:nvPr>
        </p:nvSpPr>
        <p:spPr/>
        <p:txBody>
          <a:bodyPr/>
          <a:lstStyle/>
          <a:p>
            <a:r>
              <a:rPr lang="es-MX"/>
              <a:t>Haz clic para modificar el estilo de título del patrón</a:t>
            </a:r>
            <a:endParaRPr lang="es-AR"/>
          </a:p>
        </p:txBody>
      </p:sp>
      <p:sp>
        <p:nvSpPr>
          <p:cNvPr id="3" name="Marcador de contenido 2">
            <a:extLst>
              <a:ext uri="{FF2B5EF4-FFF2-40B4-BE49-F238E27FC236}">
                <a16:creationId xmlns:a16="http://schemas.microsoft.com/office/drawing/2014/main" id="{8806B789-38F0-4339-5E0E-BF2948EF3AD2}"/>
              </a:ext>
            </a:extLst>
          </p:cNvPr>
          <p:cNvSpPr>
            <a:spLocks noGrp="1"/>
          </p:cNvSpPr>
          <p:nvPr>
            <p:ph idx="1"/>
          </p:nvPr>
        </p:nvSpPr>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AR"/>
          </a:p>
        </p:txBody>
      </p:sp>
      <p:sp>
        <p:nvSpPr>
          <p:cNvPr id="4" name="Marcador de fecha 3">
            <a:extLst>
              <a:ext uri="{FF2B5EF4-FFF2-40B4-BE49-F238E27FC236}">
                <a16:creationId xmlns:a16="http://schemas.microsoft.com/office/drawing/2014/main" id="{4D1568AD-9211-0FA1-B59B-82EF71E90F8C}"/>
              </a:ext>
            </a:extLst>
          </p:cNvPr>
          <p:cNvSpPr>
            <a:spLocks noGrp="1"/>
          </p:cNvSpPr>
          <p:nvPr>
            <p:ph type="dt" sz="half" idx="10"/>
          </p:nvPr>
        </p:nvSpPr>
        <p:spPr/>
        <p:txBody>
          <a:bodyPr/>
          <a:lstStyle/>
          <a:p>
            <a:fld id="{1362BA2B-4EE4-6E43-BDAF-0A3DD4B892EE}" type="datetimeFigureOut">
              <a:rPr lang="es-AR" smtClean="0"/>
              <a:t>10/8/25</a:t>
            </a:fld>
            <a:endParaRPr lang="es-AR"/>
          </a:p>
        </p:txBody>
      </p:sp>
      <p:sp>
        <p:nvSpPr>
          <p:cNvPr id="5" name="Marcador de pie de página 4">
            <a:extLst>
              <a:ext uri="{FF2B5EF4-FFF2-40B4-BE49-F238E27FC236}">
                <a16:creationId xmlns:a16="http://schemas.microsoft.com/office/drawing/2014/main" id="{7748EE82-A90E-1A59-9244-994858D64990}"/>
              </a:ext>
            </a:extLst>
          </p:cNvPr>
          <p:cNvSpPr>
            <a:spLocks noGrp="1"/>
          </p:cNvSpPr>
          <p:nvPr>
            <p:ph type="ftr" sz="quarter" idx="11"/>
          </p:nvPr>
        </p:nvSpPr>
        <p:spPr/>
        <p:txBody>
          <a:bodyPr/>
          <a:lstStyle/>
          <a:p>
            <a:endParaRPr lang="es-AR"/>
          </a:p>
        </p:txBody>
      </p:sp>
      <p:sp>
        <p:nvSpPr>
          <p:cNvPr id="6" name="Marcador de número de diapositiva 5">
            <a:extLst>
              <a:ext uri="{FF2B5EF4-FFF2-40B4-BE49-F238E27FC236}">
                <a16:creationId xmlns:a16="http://schemas.microsoft.com/office/drawing/2014/main" id="{021D1C10-4F10-81BE-F93F-C7CAF1AC3018}"/>
              </a:ext>
            </a:extLst>
          </p:cNvPr>
          <p:cNvSpPr>
            <a:spLocks noGrp="1"/>
          </p:cNvSpPr>
          <p:nvPr>
            <p:ph type="sldNum" sz="quarter" idx="12"/>
          </p:nvPr>
        </p:nvSpPr>
        <p:spPr/>
        <p:txBody>
          <a:bodyPr/>
          <a:lstStyle/>
          <a:p>
            <a:fld id="{738A995B-DD8A-D24D-B70C-2C80E8D031C3}" type="slidenum">
              <a:rPr lang="es-AR" smtClean="0"/>
              <a:t>‹Nº›</a:t>
            </a:fld>
            <a:endParaRPr lang="es-AR"/>
          </a:p>
        </p:txBody>
      </p:sp>
    </p:spTree>
    <p:extLst>
      <p:ext uri="{BB962C8B-B14F-4D97-AF65-F5344CB8AC3E}">
        <p14:creationId xmlns:p14="http://schemas.microsoft.com/office/powerpoint/2010/main" val="3472305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D6AC571-B91C-28FF-FA6E-C33711E16590}"/>
              </a:ext>
            </a:extLst>
          </p:cNvPr>
          <p:cNvSpPr>
            <a:spLocks noGrp="1"/>
          </p:cNvSpPr>
          <p:nvPr>
            <p:ph type="title"/>
          </p:nvPr>
        </p:nvSpPr>
        <p:spPr>
          <a:xfrm>
            <a:off x="831850" y="1709738"/>
            <a:ext cx="10515600" cy="2852737"/>
          </a:xfrm>
        </p:spPr>
        <p:txBody>
          <a:bodyPr anchor="b"/>
          <a:lstStyle>
            <a:lvl1pPr>
              <a:defRPr sz="6000"/>
            </a:lvl1pPr>
          </a:lstStyle>
          <a:p>
            <a:r>
              <a:rPr lang="es-MX"/>
              <a:t>Haz clic para modificar el estilo de título del patrón</a:t>
            </a:r>
            <a:endParaRPr lang="es-AR"/>
          </a:p>
        </p:txBody>
      </p:sp>
      <p:sp>
        <p:nvSpPr>
          <p:cNvPr id="3" name="Marcador de texto 2">
            <a:extLst>
              <a:ext uri="{FF2B5EF4-FFF2-40B4-BE49-F238E27FC236}">
                <a16:creationId xmlns:a16="http://schemas.microsoft.com/office/drawing/2014/main" id="{469BDC33-8580-2820-E1BF-59086BE2499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MX"/>
              <a:t>Haga clic para modificar los estilos de texto del patrón</a:t>
            </a:r>
          </a:p>
        </p:txBody>
      </p:sp>
      <p:sp>
        <p:nvSpPr>
          <p:cNvPr id="4" name="Marcador de fecha 3">
            <a:extLst>
              <a:ext uri="{FF2B5EF4-FFF2-40B4-BE49-F238E27FC236}">
                <a16:creationId xmlns:a16="http://schemas.microsoft.com/office/drawing/2014/main" id="{66BF4BE6-3996-0FF0-7CD2-4408038C97E6}"/>
              </a:ext>
            </a:extLst>
          </p:cNvPr>
          <p:cNvSpPr>
            <a:spLocks noGrp="1"/>
          </p:cNvSpPr>
          <p:nvPr>
            <p:ph type="dt" sz="half" idx="10"/>
          </p:nvPr>
        </p:nvSpPr>
        <p:spPr/>
        <p:txBody>
          <a:bodyPr/>
          <a:lstStyle/>
          <a:p>
            <a:fld id="{1362BA2B-4EE4-6E43-BDAF-0A3DD4B892EE}" type="datetimeFigureOut">
              <a:rPr lang="es-AR" smtClean="0"/>
              <a:t>10/8/25</a:t>
            </a:fld>
            <a:endParaRPr lang="es-AR"/>
          </a:p>
        </p:txBody>
      </p:sp>
      <p:sp>
        <p:nvSpPr>
          <p:cNvPr id="5" name="Marcador de pie de página 4">
            <a:extLst>
              <a:ext uri="{FF2B5EF4-FFF2-40B4-BE49-F238E27FC236}">
                <a16:creationId xmlns:a16="http://schemas.microsoft.com/office/drawing/2014/main" id="{21F1AF18-5AF7-8F89-1CCE-4EC8584EF9DE}"/>
              </a:ext>
            </a:extLst>
          </p:cNvPr>
          <p:cNvSpPr>
            <a:spLocks noGrp="1"/>
          </p:cNvSpPr>
          <p:nvPr>
            <p:ph type="ftr" sz="quarter" idx="11"/>
          </p:nvPr>
        </p:nvSpPr>
        <p:spPr/>
        <p:txBody>
          <a:bodyPr/>
          <a:lstStyle/>
          <a:p>
            <a:endParaRPr lang="es-AR"/>
          </a:p>
        </p:txBody>
      </p:sp>
      <p:sp>
        <p:nvSpPr>
          <p:cNvPr id="6" name="Marcador de número de diapositiva 5">
            <a:extLst>
              <a:ext uri="{FF2B5EF4-FFF2-40B4-BE49-F238E27FC236}">
                <a16:creationId xmlns:a16="http://schemas.microsoft.com/office/drawing/2014/main" id="{C9CCDBD0-603A-9B45-D31C-378D26CFB261}"/>
              </a:ext>
            </a:extLst>
          </p:cNvPr>
          <p:cNvSpPr>
            <a:spLocks noGrp="1"/>
          </p:cNvSpPr>
          <p:nvPr>
            <p:ph type="sldNum" sz="quarter" idx="12"/>
          </p:nvPr>
        </p:nvSpPr>
        <p:spPr/>
        <p:txBody>
          <a:bodyPr/>
          <a:lstStyle/>
          <a:p>
            <a:fld id="{738A995B-DD8A-D24D-B70C-2C80E8D031C3}" type="slidenum">
              <a:rPr lang="es-AR" smtClean="0"/>
              <a:t>‹Nº›</a:t>
            </a:fld>
            <a:endParaRPr lang="es-AR"/>
          </a:p>
        </p:txBody>
      </p:sp>
    </p:spTree>
    <p:extLst>
      <p:ext uri="{BB962C8B-B14F-4D97-AF65-F5344CB8AC3E}">
        <p14:creationId xmlns:p14="http://schemas.microsoft.com/office/powerpoint/2010/main" val="13907424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0398BA0-E677-8FB5-DE87-97CA5404DD56}"/>
              </a:ext>
            </a:extLst>
          </p:cNvPr>
          <p:cNvSpPr>
            <a:spLocks noGrp="1"/>
          </p:cNvSpPr>
          <p:nvPr>
            <p:ph type="title"/>
          </p:nvPr>
        </p:nvSpPr>
        <p:spPr/>
        <p:txBody>
          <a:bodyPr/>
          <a:lstStyle/>
          <a:p>
            <a:r>
              <a:rPr lang="es-MX"/>
              <a:t>Haz clic para modificar el estilo de título del patrón</a:t>
            </a:r>
            <a:endParaRPr lang="es-AR"/>
          </a:p>
        </p:txBody>
      </p:sp>
      <p:sp>
        <p:nvSpPr>
          <p:cNvPr id="3" name="Marcador de contenido 2">
            <a:extLst>
              <a:ext uri="{FF2B5EF4-FFF2-40B4-BE49-F238E27FC236}">
                <a16:creationId xmlns:a16="http://schemas.microsoft.com/office/drawing/2014/main" id="{DB0689C8-2727-1E2D-B7FF-A0E426F3152C}"/>
              </a:ext>
            </a:extLst>
          </p:cNvPr>
          <p:cNvSpPr>
            <a:spLocks noGrp="1"/>
          </p:cNvSpPr>
          <p:nvPr>
            <p:ph sz="half" idx="1"/>
          </p:nvPr>
        </p:nvSpPr>
        <p:spPr>
          <a:xfrm>
            <a:off x="838200" y="1825625"/>
            <a:ext cx="5181600" cy="435133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AR"/>
          </a:p>
        </p:txBody>
      </p:sp>
      <p:sp>
        <p:nvSpPr>
          <p:cNvPr id="4" name="Marcador de contenido 3">
            <a:extLst>
              <a:ext uri="{FF2B5EF4-FFF2-40B4-BE49-F238E27FC236}">
                <a16:creationId xmlns:a16="http://schemas.microsoft.com/office/drawing/2014/main" id="{D4911703-B38B-B851-767B-048CF57505BB}"/>
              </a:ext>
            </a:extLst>
          </p:cNvPr>
          <p:cNvSpPr>
            <a:spLocks noGrp="1"/>
          </p:cNvSpPr>
          <p:nvPr>
            <p:ph sz="half" idx="2"/>
          </p:nvPr>
        </p:nvSpPr>
        <p:spPr>
          <a:xfrm>
            <a:off x="6172200" y="1825625"/>
            <a:ext cx="5181600" cy="435133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AR"/>
          </a:p>
        </p:txBody>
      </p:sp>
      <p:sp>
        <p:nvSpPr>
          <p:cNvPr id="5" name="Marcador de fecha 4">
            <a:extLst>
              <a:ext uri="{FF2B5EF4-FFF2-40B4-BE49-F238E27FC236}">
                <a16:creationId xmlns:a16="http://schemas.microsoft.com/office/drawing/2014/main" id="{608F544B-D4CA-52EC-EDCA-C74D76BF61F2}"/>
              </a:ext>
            </a:extLst>
          </p:cNvPr>
          <p:cNvSpPr>
            <a:spLocks noGrp="1"/>
          </p:cNvSpPr>
          <p:nvPr>
            <p:ph type="dt" sz="half" idx="10"/>
          </p:nvPr>
        </p:nvSpPr>
        <p:spPr/>
        <p:txBody>
          <a:bodyPr/>
          <a:lstStyle/>
          <a:p>
            <a:fld id="{1362BA2B-4EE4-6E43-BDAF-0A3DD4B892EE}" type="datetimeFigureOut">
              <a:rPr lang="es-AR" smtClean="0"/>
              <a:t>10/8/25</a:t>
            </a:fld>
            <a:endParaRPr lang="es-AR"/>
          </a:p>
        </p:txBody>
      </p:sp>
      <p:sp>
        <p:nvSpPr>
          <p:cNvPr id="6" name="Marcador de pie de página 5">
            <a:extLst>
              <a:ext uri="{FF2B5EF4-FFF2-40B4-BE49-F238E27FC236}">
                <a16:creationId xmlns:a16="http://schemas.microsoft.com/office/drawing/2014/main" id="{B1EA4134-DF8D-62AE-C815-8A20D1CAF44E}"/>
              </a:ext>
            </a:extLst>
          </p:cNvPr>
          <p:cNvSpPr>
            <a:spLocks noGrp="1"/>
          </p:cNvSpPr>
          <p:nvPr>
            <p:ph type="ftr" sz="quarter" idx="11"/>
          </p:nvPr>
        </p:nvSpPr>
        <p:spPr/>
        <p:txBody>
          <a:bodyPr/>
          <a:lstStyle/>
          <a:p>
            <a:endParaRPr lang="es-AR"/>
          </a:p>
        </p:txBody>
      </p:sp>
      <p:sp>
        <p:nvSpPr>
          <p:cNvPr id="7" name="Marcador de número de diapositiva 6">
            <a:extLst>
              <a:ext uri="{FF2B5EF4-FFF2-40B4-BE49-F238E27FC236}">
                <a16:creationId xmlns:a16="http://schemas.microsoft.com/office/drawing/2014/main" id="{ACB041B3-1D7C-1329-40C2-F7150380CA6F}"/>
              </a:ext>
            </a:extLst>
          </p:cNvPr>
          <p:cNvSpPr>
            <a:spLocks noGrp="1"/>
          </p:cNvSpPr>
          <p:nvPr>
            <p:ph type="sldNum" sz="quarter" idx="12"/>
          </p:nvPr>
        </p:nvSpPr>
        <p:spPr/>
        <p:txBody>
          <a:bodyPr/>
          <a:lstStyle/>
          <a:p>
            <a:fld id="{738A995B-DD8A-D24D-B70C-2C80E8D031C3}" type="slidenum">
              <a:rPr lang="es-AR" smtClean="0"/>
              <a:t>‹Nº›</a:t>
            </a:fld>
            <a:endParaRPr lang="es-AR"/>
          </a:p>
        </p:txBody>
      </p:sp>
    </p:spTree>
    <p:extLst>
      <p:ext uri="{BB962C8B-B14F-4D97-AF65-F5344CB8AC3E}">
        <p14:creationId xmlns:p14="http://schemas.microsoft.com/office/powerpoint/2010/main" val="9005718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84F87FB-C917-AF5B-7FFF-B5BF0BB50378}"/>
              </a:ext>
            </a:extLst>
          </p:cNvPr>
          <p:cNvSpPr>
            <a:spLocks noGrp="1"/>
          </p:cNvSpPr>
          <p:nvPr>
            <p:ph type="title"/>
          </p:nvPr>
        </p:nvSpPr>
        <p:spPr>
          <a:xfrm>
            <a:off x="839788" y="365125"/>
            <a:ext cx="10515600" cy="1325563"/>
          </a:xfrm>
        </p:spPr>
        <p:txBody>
          <a:bodyPr/>
          <a:lstStyle/>
          <a:p>
            <a:r>
              <a:rPr lang="es-MX"/>
              <a:t>Haz clic para modificar el estilo de título del patrón</a:t>
            </a:r>
            <a:endParaRPr lang="es-AR"/>
          </a:p>
        </p:txBody>
      </p:sp>
      <p:sp>
        <p:nvSpPr>
          <p:cNvPr id="3" name="Marcador de texto 2">
            <a:extLst>
              <a:ext uri="{FF2B5EF4-FFF2-40B4-BE49-F238E27FC236}">
                <a16:creationId xmlns:a16="http://schemas.microsoft.com/office/drawing/2014/main" id="{66B5B76C-6759-C1EF-5D06-52DEC1B71C1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4" name="Marcador de contenido 3">
            <a:extLst>
              <a:ext uri="{FF2B5EF4-FFF2-40B4-BE49-F238E27FC236}">
                <a16:creationId xmlns:a16="http://schemas.microsoft.com/office/drawing/2014/main" id="{4F1DAC92-380F-CEA6-6BEF-0BED68E2F98A}"/>
              </a:ext>
            </a:extLst>
          </p:cNvPr>
          <p:cNvSpPr>
            <a:spLocks noGrp="1"/>
          </p:cNvSpPr>
          <p:nvPr>
            <p:ph sz="half" idx="2"/>
          </p:nvPr>
        </p:nvSpPr>
        <p:spPr>
          <a:xfrm>
            <a:off x="839788" y="2505075"/>
            <a:ext cx="5157787" cy="368458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AR"/>
          </a:p>
        </p:txBody>
      </p:sp>
      <p:sp>
        <p:nvSpPr>
          <p:cNvPr id="5" name="Marcador de texto 4">
            <a:extLst>
              <a:ext uri="{FF2B5EF4-FFF2-40B4-BE49-F238E27FC236}">
                <a16:creationId xmlns:a16="http://schemas.microsoft.com/office/drawing/2014/main" id="{BB6E1C8E-7C30-6FCF-5FCD-CF4CAF82E2A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6" name="Marcador de contenido 5">
            <a:extLst>
              <a:ext uri="{FF2B5EF4-FFF2-40B4-BE49-F238E27FC236}">
                <a16:creationId xmlns:a16="http://schemas.microsoft.com/office/drawing/2014/main" id="{1C116D27-C949-539E-290F-06E2DF837BA9}"/>
              </a:ext>
            </a:extLst>
          </p:cNvPr>
          <p:cNvSpPr>
            <a:spLocks noGrp="1"/>
          </p:cNvSpPr>
          <p:nvPr>
            <p:ph sz="quarter" idx="4"/>
          </p:nvPr>
        </p:nvSpPr>
        <p:spPr>
          <a:xfrm>
            <a:off x="6172200" y="2505075"/>
            <a:ext cx="5183188" cy="368458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AR"/>
          </a:p>
        </p:txBody>
      </p:sp>
      <p:sp>
        <p:nvSpPr>
          <p:cNvPr id="7" name="Marcador de fecha 6">
            <a:extLst>
              <a:ext uri="{FF2B5EF4-FFF2-40B4-BE49-F238E27FC236}">
                <a16:creationId xmlns:a16="http://schemas.microsoft.com/office/drawing/2014/main" id="{5F23CBC0-737C-5AFD-DC29-C259EF8EE03F}"/>
              </a:ext>
            </a:extLst>
          </p:cNvPr>
          <p:cNvSpPr>
            <a:spLocks noGrp="1"/>
          </p:cNvSpPr>
          <p:nvPr>
            <p:ph type="dt" sz="half" idx="10"/>
          </p:nvPr>
        </p:nvSpPr>
        <p:spPr/>
        <p:txBody>
          <a:bodyPr/>
          <a:lstStyle/>
          <a:p>
            <a:fld id="{1362BA2B-4EE4-6E43-BDAF-0A3DD4B892EE}" type="datetimeFigureOut">
              <a:rPr lang="es-AR" smtClean="0"/>
              <a:t>10/8/25</a:t>
            </a:fld>
            <a:endParaRPr lang="es-AR"/>
          </a:p>
        </p:txBody>
      </p:sp>
      <p:sp>
        <p:nvSpPr>
          <p:cNvPr id="8" name="Marcador de pie de página 7">
            <a:extLst>
              <a:ext uri="{FF2B5EF4-FFF2-40B4-BE49-F238E27FC236}">
                <a16:creationId xmlns:a16="http://schemas.microsoft.com/office/drawing/2014/main" id="{23C96EC9-50FC-72F7-84E6-6D4A7FFECC4A}"/>
              </a:ext>
            </a:extLst>
          </p:cNvPr>
          <p:cNvSpPr>
            <a:spLocks noGrp="1"/>
          </p:cNvSpPr>
          <p:nvPr>
            <p:ph type="ftr" sz="quarter" idx="11"/>
          </p:nvPr>
        </p:nvSpPr>
        <p:spPr/>
        <p:txBody>
          <a:bodyPr/>
          <a:lstStyle/>
          <a:p>
            <a:endParaRPr lang="es-AR"/>
          </a:p>
        </p:txBody>
      </p:sp>
      <p:sp>
        <p:nvSpPr>
          <p:cNvPr id="9" name="Marcador de número de diapositiva 8">
            <a:extLst>
              <a:ext uri="{FF2B5EF4-FFF2-40B4-BE49-F238E27FC236}">
                <a16:creationId xmlns:a16="http://schemas.microsoft.com/office/drawing/2014/main" id="{CC2E05EA-2870-AAFF-C884-B4D30911A2A4}"/>
              </a:ext>
            </a:extLst>
          </p:cNvPr>
          <p:cNvSpPr>
            <a:spLocks noGrp="1"/>
          </p:cNvSpPr>
          <p:nvPr>
            <p:ph type="sldNum" sz="quarter" idx="12"/>
          </p:nvPr>
        </p:nvSpPr>
        <p:spPr/>
        <p:txBody>
          <a:bodyPr/>
          <a:lstStyle/>
          <a:p>
            <a:fld id="{738A995B-DD8A-D24D-B70C-2C80E8D031C3}" type="slidenum">
              <a:rPr lang="es-AR" smtClean="0"/>
              <a:t>‹Nº›</a:t>
            </a:fld>
            <a:endParaRPr lang="es-AR"/>
          </a:p>
        </p:txBody>
      </p:sp>
    </p:spTree>
    <p:extLst>
      <p:ext uri="{BB962C8B-B14F-4D97-AF65-F5344CB8AC3E}">
        <p14:creationId xmlns:p14="http://schemas.microsoft.com/office/powerpoint/2010/main" val="37372218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F05D986-0631-28A4-02E5-AA4C3B561598}"/>
              </a:ext>
            </a:extLst>
          </p:cNvPr>
          <p:cNvSpPr>
            <a:spLocks noGrp="1"/>
          </p:cNvSpPr>
          <p:nvPr>
            <p:ph type="title"/>
          </p:nvPr>
        </p:nvSpPr>
        <p:spPr/>
        <p:txBody>
          <a:bodyPr/>
          <a:lstStyle/>
          <a:p>
            <a:r>
              <a:rPr lang="es-MX"/>
              <a:t>Haz clic para modificar el estilo de título del patrón</a:t>
            </a:r>
            <a:endParaRPr lang="es-AR"/>
          </a:p>
        </p:txBody>
      </p:sp>
      <p:sp>
        <p:nvSpPr>
          <p:cNvPr id="3" name="Marcador de fecha 2">
            <a:extLst>
              <a:ext uri="{FF2B5EF4-FFF2-40B4-BE49-F238E27FC236}">
                <a16:creationId xmlns:a16="http://schemas.microsoft.com/office/drawing/2014/main" id="{47B26520-0B91-4B8E-CD5B-771A37D5B5B6}"/>
              </a:ext>
            </a:extLst>
          </p:cNvPr>
          <p:cNvSpPr>
            <a:spLocks noGrp="1"/>
          </p:cNvSpPr>
          <p:nvPr>
            <p:ph type="dt" sz="half" idx="10"/>
          </p:nvPr>
        </p:nvSpPr>
        <p:spPr/>
        <p:txBody>
          <a:bodyPr/>
          <a:lstStyle/>
          <a:p>
            <a:fld id="{1362BA2B-4EE4-6E43-BDAF-0A3DD4B892EE}" type="datetimeFigureOut">
              <a:rPr lang="es-AR" smtClean="0"/>
              <a:t>10/8/25</a:t>
            </a:fld>
            <a:endParaRPr lang="es-AR"/>
          </a:p>
        </p:txBody>
      </p:sp>
      <p:sp>
        <p:nvSpPr>
          <p:cNvPr id="4" name="Marcador de pie de página 3">
            <a:extLst>
              <a:ext uri="{FF2B5EF4-FFF2-40B4-BE49-F238E27FC236}">
                <a16:creationId xmlns:a16="http://schemas.microsoft.com/office/drawing/2014/main" id="{8EE21AE2-345D-DC92-CF78-6684922ECA70}"/>
              </a:ext>
            </a:extLst>
          </p:cNvPr>
          <p:cNvSpPr>
            <a:spLocks noGrp="1"/>
          </p:cNvSpPr>
          <p:nvPr>
            <p:ph type="ftr" sz="quarter" idx="11"/>
          </p:nvPr>
        </p:nvSpPr>
        <p:spPr/>
        <p:txBody>
          <a:bodyPr/>
          <a:lstStyle/>
          <a:p>
            <a:endParaRPr lang="es-AR"/>
          </a:p>
        </p:txBody>
      </p:sp>
      <p:sp>
        <p:nvSpPr>
          <p:cNvPr id="5" name="Marcador de número de diapositiva 4">
            <a:extLst>
              <a:ext uri="{FF2B5EF4-FFF2-40B4-BE49-F238E27FC236}">
                <a16:creationId xmlns:a16="http://schemas.microsoft.com/office/drawing/2014/main" id="{EBD33C19-70F5-1AD8-377C-ACC3FA9E2181}"/>
              </a:ext>
            </a:extLst>
          </p:cNvPr>
          <p:cNvSpPr>
            <a:spLocks noGrp="1"/>
          </p:cNvSpPr>
          <p:nvPr>
            <p:ph type="sldNum" sz="quarter" idx="12"/>
          </p:nvPr>
        </p:nvSpPr>
        <p:spPr/>
        <p:txBody>
          <a:bodyPr/>
          <a:lstStyle/>
          <a:p>
            <a:fld id="{738A995B-DD8A-D24D-B70C-2C80E8D031C3}" type="slidenum">
              <a:rPr lang="es-AR" smtClean="0"/>
              <a:t>‹Nº›</a:t>
            </a:fld>
            <a:endParaRPr lang="es-AR"/>
          </a:p>
        </p:txBody>
      </p:sp>
    </p:spTree>
    <p:extLst>
      <p:ext uri="{BB962C8B-B14F-4D97-AF65-F5344CB8AC3E}">
        <p14:creationId xmlns:p14="http://schemas.microsoft.com/office/powerpoint/2010/main" val="37217581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1E659356-3D4C-6D65-B000-FBBD66C65C65}"/>
              </a:ext>
            </a:extLst>
          </p:cNvPr>
          <p:cNvSpPr>
            <a:spLocks noGrp="1"/>
          </p:cNvSpPr>
          <p:nvPr>
            <p:ph type="dt" sz="half" idx="10"/>
          </p:nvPr>
        </p:nvSpPr>
        <p:spPr/>
        <p:txBody>
          <a:bodyPr/>
          <a:lstStyle/>
          <a:p>
            <a:fld id="{1362BA2B-4EE4-6E43-BDAF-0A3DD4B892EE}" type="datetimeFigureOut">
              <a:rPr lang="es-AR" smtClean="0"/>
              <a:t>10/8/25</a:t>
            </a:fld>
            <a:endParaRPr lang="es-AR"/>
          </a:p>
        </p:txBody>
      </p:sp>
      <p:sp>
        <p:nvSpPr>
          <p:cNvPr id="3" name="Marcador de pie de página 2">
            <a:extLst>
              <a:ext uri="{FF2B5EF4-FFF2-40B4-BE49-F238E27FC236}">
                <a16:creationId xmlns:a16="http://schemas.microsoft.com/office/drawing/2014/main" id="{936BDC06-F030-D57F-73F6-F54DFEB9A95A}"/>
              </a:ext>
            </a:extLst>
          </p:cNvPr>
          <p:cNvSpPr>
            <a:spLocks noGrp="1"/>
          </p:cNvSpPr>
          <p:nvPr>
            <p:ph type="ftr" sz="quarter" idx="11"/>
          </p:nvPr>
        </p:nvSpPr>
        <p:spPr/>
        <p:txBody>
          <a:bodyPr/>
          <a:lstStyle/>
          <a:p>
            <a:endParaRPr lang="es-AR"/>
          </a:p>
        </p:txBody>
      </p:sp>
      <p:sp>
        <p:nvSpPr>
          <p:cNvPr id="4" name="Marcador de número de diapositiva 3">
            <a:extLst>
              <a:ext uri="{FF2B5EF4-FFF2-40B4-BE49-F238E27FC236}">
                <a16:creationId xmlns:a16="http://schemas.microsoft.com/office/drawing/2014/main" id="{2235E2C5-50F5-997B-A9B0-2160E8600E56}"/>
              </a:ext>
            </a:extLst>
          </p:cNvPr>
          <p:cNvSpPr>
            <a:spLocks noGrp="1"/>
          </p:cNvSpPr>
          <p:nvPr>
            <p:ph type="sldNum" sz="quarter" idx="12"/>
          </p:nvPr>
        </p:nvSpPr>
        <p:spPr/>
        <p:txBody>
          <a:bodyPr/>
          <a:lstStyle/>
          <a:p>
            <a:fld id="{738A995B-DD8A-D24D-B70C-2C80E8D031C3}" type="slidenum">
              <a:rPr lang="es-AR" smtClean="0"/>
              <a:t>‹Nº›</a:t>
            </a:fld>
            <a:endParaRPr lang="es-AR"/>
          </a:p>
        </p:txBody>
      </p:sp>
    </p:spTree>
    <p:extLst>
      <p:ext uri="{BB962C8B-B14F-4D97-AF65-F5344CB8AC3E}">
        <p14:creationId xmlns:p14="http://schemas.microsoft.com/office/powerpoint/2010/main" val="37409491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41CC067-BBFA-3DAE-EB43-148D5BAD2A2A}"/>
              </a:ext>
            </a:extLst>
          </p:cNvPr>
          <p:cNvSpPr>
            <a:spLocks noGrp="1"/>
          </p:cNvSpPr>
          <p:nvPr>
            <p:ph type="title"/>
          </p:nvPr>
        </p:nvSpPr>
        <p:spPr>
          <a:xfrm>
            <a:off x="839788" y="457200"/>
            <a:ext cx="3932237" cy="1600200"/>
          </a:xfrm>
        </p:spPr>
        <p:txBody>
          <a:bodyPr anchor="b"/>
          <a:lstStyle>
            <a:lvl1pPr>
              <a:defRPr sz="3200"/>
            </a:lvl1pPr>
          </a:lstStyle>
          <a:p>
            <a:r>
              <a:rPr lang="es-MX"/>
              <a:t>Haz clic para modificar el estilo de título del patrón</a:t>
            </a:r>
            <a:endParaRPr lang="es-AR"/>
          </a:p>
        </p:txBody>
      </p:sp>
      <p:sp>
        <p:nvSpPr>
          <p:cNvPr id="3" name="Marcador de contenido 2">
            <a:extLst>
              <a:ext uri="{FF2B5EF4-FFF2-40B4-BE49-F238E27FC236}">
                <a16:creationId xmlns:a16="http://schemas.microsoft.com/office/drawing/2014/main" id="{1ED8167B-053C-CB4E-DFBF-7820FAA4168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AR"/>
          </a:p>
        </p:txBody>
      </p:sp>
      <p:sp>
        <p:nvSpPr>
          <p:cNvPr id="4" name="Marcador de texto 3">
            <a:extLst>
              <a:ext uri="{FF2B5EF4-FFF2-40B4-BE49-F238E27FC236}">
                <a16:creationId xmlns:a16="http://schemas.microsoft.com/office/drawing/2014/main" id="{690101F2-1ED1-DF5F-E986-3BDBA20C004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p>
        </p:txBody>
      </p:sp>
      <p:sp>
        <p:nvSpPr>
          <p:cNvPr id="5" name="Marcador de fecha 4">
            <a:extLst>
              <a:ext uri="{FF2B5EF4-FFF2-40B4-BE49-F238E27FC236}">
                <a16:creationId xmlns:a16="http://schemas.microsoft.com/office/drawing/2014/main" id="{EE66B7D1-EEF6-8EC7-EE08-A88E78E4F0A6}"/>
              </a:ext>
            </a:extLst>
          </p:cNvPr>
          <p:cNvSpPr>
            <a:spLocks noGrp="1"/>
          </p:cNvSpPr>
          <p:nvPr>
            <p:ph type="dt" sz="half" idx="10"/>
          </p:nvPr>
        </p:nvSpPr>
        <p:spPr/>
        <p:txBody>
          <a:bodyPr/>
          <a:lstStyle/>
          <a:p>
            <a:fld id="{1362BA2B-4EE4-6E43-BDAF-0A3DD4B892EE}" type="datetimeFigureOut">
              <a:rPr lang="es-AR" smtClean="0"/>
              <a:t>10/8/25</a:t>
            </a:fld>
            <a:endParaRPr lang="es-AR"/>
          </a:p>
        </p:txBody>
      </p:sp>
      <p:sp>
        <p:nvSpPr>
          <p:cNvPr id="6" name="Marcador de pie de página 5">
            <a:extLst>
              <a:ext uri="{FF2B5EF4-FFF2-40B4-BE49-F238E27FC236}">
                <a16:creationId xmlns:a16="http://schemas.microsoft.com/office/drawing/2014/main" id="{A0AD2E6D-3E66-BA84-3BD5-9DD5078DE106}"/>
              </a:ext>
            </a:extLst>
          </p:cNvPr>
          <p:cNvSpPr>
            <a:spLocks noGrp="1"/>
          </p:cNvSpPr>
          <p:nvPr>
            <p:ph type="ftr" sz="quarter" idx="11"/>
          </p:nvPr>
        </p:nvSpPr>
        <p:spPr/>
        <p:txBody>
          <a:bodyPr/>
          <a:lstStyle/>
          <a:p>
            <a:endParaRPr lang="es-AR"/>
          </a:p>
        </p:txBody>
      </p:sp>
      <p:sp>
        <p:nvSpPr>
          <p:cNvPr id="7" name="Marcador de número de diapositiva 6">
            <a:extLst>
              <a:ext uri="{FF2B5EF4-FFF2-40B4-BE49-F238E27FC236}">
                <a16:creationId xmlns:a16="http://schemas.microsoft.com/office/drawing/2014/main" id="{DDB43D7B-725F-F158-F92F-AD7A77D6B90C}"/>
              </a:ext>
            </a:extLst>
          </p:cNvPr>
          <p:cNvSpPr>
            <a:spLocks noGrp="1"/>
          </p:cNvSpPr>
          <p:nvPr>
            <p:ph type="sldNum" sz="quarter" idx="12"/>
          </p:nvPr>
        </p:nvSpPr>
        <p:spPr/>
        <p:txBody>
          <a:bodyPr/>
          <a:lstStyle/>
          <a:p>
            <a:fld id="{738A995B-DD8A-D24D-B70C-2C80E8D031C3}" type="slidenum">
              <a:rPr lang="es-AR" smtClean="0"/>
              <a:t>‹Nº›</a:t>
            </a:fld>
            <a:endParaRPr lang="es-AR"/>
          </a:p>
        </p:txBody>
      </p:sp>
    </p:spTree>
    <p:extLst>
      <p:ext uri="{BB962C8B-B14F-4D97-AF65-F5344CB8AC3E}">
        <p14:creationId xmlns:p14="http://schemas.microsoft.com/office/powerpoint/2010/main" val="13709193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7879D90-21BE-40BD-4D21-576F52DCBB58}"/>
              </a:ext>
            </a:extLst>
          </p:cNvPr>
          <p:cNvSpPr>
            <a:spLocks noGrp="1"/>
          </p:cNvSpPr>
          <p:nvPr>
            <p:ph type="title"/>
          </p:nvPr>
        </p:nvSpPr>
        <p:spPr>
          <a:xfrm>
            <a:off x="839788" y="457200"/>
            <a:ext cx="3932237" cy="1600200"/>
          </a:xfrm>
        </p:spPr>
        <p:txBody>
          <a:bodyPr anchor="b"/>
          <a:lstStyle>
            <a:lvl1pPr>
              <a:defRPr sz="3200"/>
            </a:lvl1pPr>
          </a:lstStyle>
          <a:p>
            <a:r>
              <a:rPr lang="es-MX"/>
              <a:t>Haz clic para modificar el estilo de título del patrón</a:t>
            </a:r>
            <a:endParaRPr lang="es-AR"/>
          </a:p>
        </p:txBody>
      </p:sp>
      <p:sp>
        <p:nvSpPr>
          <p:cNvPr id="3" name="Marcador de posición de imagen 2">
            <a:extLst>
              <a:ext uri="{FF2B5EF4-FFF2-40B4-BE49-F238E27FC236}">
                <a16:creationId xmlns:a16="http://schemas.microsoft.com/office/drawing/2014/main" id="{B605E9C5-3327-8566-EAA5-2E0720E5004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AR"/>
          </a:p>
        </p:txBody>
      </p:sp>
      <p:sp>
        <p:nvSpPr>
          <p:cNvPr id="4" name="Marcador de texto 3">
            <a:extLst>
              <a:ext uri="{FF2B5EF4-FFF2-40B4-BE49-F238E27FC236}">
                <a16:creationId xmlns:a16="http://schemas.microsoft.com/office/drawing/2014/main" id="{41DBF281-2274-B4E9-6DE6-BAF511DEA44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p>
        </p:txBody>
      </p:sp>
      <p:sp>
        <p:nvSpPr>
          <p:cNvPr id="5" name="Marcador de fecha 4">
            <a:extLst>
              <a:ext uri="{FF2B5EF4-FFF2-40B4-BE49-F238E27FC236}">
                <a16:creationId xmlns:a16="http://schemas.microsoft.com/office/drawing/2014/main" id="{B9B39D33-34BC-4C2E-EEC7-6D736215B521}"/>
              </a:ext>
            </a:extLst>
          </p:cNvPr>
          <p:cNvSpPr>
            <a:spLocks noGrp="1"/>
          </p:cNvSpPr>
          <p:nvPr>
            <p:ph type="dt" sz="half" idx="10"/>
          </p:nvPr>
        </p:nvSpPr>
        <p:spPr/>
        <p:txBody>
          <a:bodyPr/>
          <a:lstStyle/>
          <a:p>
            <a:fld id="{1362BA2B-4EE4-6E43-BDAF-0A3DD4B892EE}" type="datetimeFigureOut">
              <a:rPr lang="es-AR" smtClean="0"/>
              <a:t>10/8/25</a:t>
            </a:fld>
            <a:endParaRPr lang="es-AR"/>
          </a:p>
        </p:txBody>
      </p:sp>
      <p:sp>
        <p:nvSpPr>
          <p:cNvPr id="6" name="Marcador de pie de página 5">
            <a:extLst>
              <a:ext uri="{FF2B5EF4-FFF2-40B4-BE49-F238E27FC236}">
                <a16:creationId xmlns:a16="http://schemas.microsoft.com/office/drawing/2014/main" id="{2F55CC1C-7998-409D-841A-BA1EBBEB5774}"/>
              </a:ext>
            </a:extLst>
          </p:cNvPr>
          <p:cNvSpPr>
            <a:spLocks noGrp="1"/>
          </p:cNvSpPr>
          <p:nvPr>
            <p:ph type="ftr" sz="quarter" idx="11"/>
          </p:nvPr>
        </p:nvSpPr>
        <p:spPr/>
        <p:txBody>
          <a:bodyPr/>
          <a:lstStyle/>
          <a:p>
            <a:endParaRPr lang="es-AR"/>
          </a:p>
        </p:txBody>
      </p:sp>
      <p:sp>
        <p:nvSpPr>
          <p:cNvPr id="7" name="Marcador de número de diapositiva 6">
            <a:extLst>
              <a:ext uri="{FF2B5EF4-FFF2-40B4-BE49-F238E27FC236}">
                <a16:creationId xmlns:a16="http://schemas.microsoft.com/office/drawing/2014/main" id="{79D36C50-F712-DEA2-7646-87742C0E290E}"/>
              </a:ext>
            </a:extLst>
          </p:cNvPr>
          <p:cNvSpPr>
            <a:spLocks noGrp="1"/>
          </p:cNvSpPr>
          <p:nvPr>
            <p:ph type="sldNum" sz="quarter" idx="12"/>
          </p:nvPr>
        </p:nvSpPr>
        <p:spPr/>
        <p:txBody>
          <a:bodyPr/>
          <a:lstStyle/>
          <a:p>
            <a:fld id="{738A995B-DD8A-D24D-B70C-2C80E8D031C3}" type="slidenum">
              <a:rPr lang="es-AR" smtClean="0"/>
              <a:t>‹Nº›</a:t>
            </a:fld>
            <a:endParaRPr lang="es-AR"/>
          </a:p>
        </p:txBody>
      </p:sp>
    </p:spTree>
    <p:extLst>
      <p:ext uri="{BB962C8B-B14F-4D97-AF65-F5344CB8AC3E}">
        <p14:creationId xmlns:p14="http://schemas.microsoft.com/office/powerpoint/2010/main" val="13866897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C4836F0-4550-6924-538B-D43C092883DB}"/>
              </a:ext>
            </a:extLst>
          </p:cNvPr>
          <p:cNvSpPr>
            <a:spLocks noGrp="1"/>
          </p:cNvSpPr>
          <p:nvPr>
            <p:ph type="title"/>
          </p:nvPr>
        </p:nvSpPr>
        <p:spPr/>
        <p:txBody>
          <a:bodyPr/>
          <a:lstStyle/>
          <a:p>
            <a:r>
              <a:rPr lang="es-MX"/>
              <a:t>Haz clic para modificar el estilo de título del patrón</a:t>
            </a:r>
            <a:endParaRPr lang="es-AR"/>
          </a:p>
        </p:txBody>
      </p:sp>
      <p:sp>
        <p:nvSpPr>
          <p:cNvPr id="3" name="Marcador de texto vertical 2">
            <a:extLst>
              <a:ext uri="{FF2B5EF4-FFF2-40B4-BE49-F238E27FC236}">
                <a16:creationId xmlns:a16="http://schemas.microsoft.com/office/drawing/2014/main" id="{33CAAE72-6CB2-89CF-92F2-9E9E20F2E32D}"/>
              </a:ext>
            </a:extLst>
          </p:cNvPr>
          <p:cNvSpPr>
            <a:spLocks noGrp="1"/>
          </p:cNvSpPr>
          <p:nvPr>
            <p:ph type="body" orient="vert" idx="1"/>
          </p:nvPr>
        </p:nvSpPr>
        <p:spPr/>
        <p:txBody>
          <a:bodyPr vert="eaVe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AR"/>
          </a:p>
        </p:txBody>
      </p:sp>
      <p:sp>
        <p:nvSpPr>
          <p:cNvPr id="4" name="Marcador de fecha 3">
            <a:extLst>
              <a:ext uri="{FF2B5EF4-FFF2-40B4-BE49-F238E27FC236}">
                <a16:creationId xmlns:a16="http://schemas.microsoft.com/office/drawing/2014/main" id="{C638A208-93D6-3603-2BAA-4A50961D479C}"/>
              </a:ext>
            </a:extLst>
          </p:cNvPr>
          <p:cNvSpPr>
            <a:spLocks noGrp="1"/>
          </p:cNvSpPr>
          <p:nvPr>
            <p:ph type="dt" sz="half" idx="10"/>
          </p:nvPr>
        </p:nvSpPr>
        <p:spPr/>
        <p:txBody>
          <a:bodyPr/>
          <a:lstStyle/>
          <a:p>
            <a:fld id="{1362BA2B-4EE4-6E43-BDAF-0A3DD4B892EE}" type="datetimeFigureOut">
              <a:rPr lang="es-AR" smtClean="0"/>
              <a:t>10/8/25</a:t>
            </a:fld>
            <a:endParaRPr lang="es-AR"/>
          </a:p>
        </p:txBody>
      </p:sp>
      <p:sp>
        <p:nvSpPr>
          <p:cNvPr id="5" name="Marcador de pie de página 4">
            <a:extLst>
              <a:ext uri="{FF2B5EF4-FFF2-40B4-BE49-F238E27FC236}">
                <a16:creationId xmlns:a16="http://schemas.microsoft.com/office/drawing/2014/main" id="{577E56FC-D43C-FC7D-3E77-F6EED91D2999}"/>
              </a:ext>
            </a:extLst>
          </p:cNvPr>
          <p:cNvSpPr>
            <a:spLocks noGrp="1"/>
          </p:cNvSpPr>
          <p:nvPr>
            <p:ph type="ftr" sz="quarter" idx="11"/>
          </p:nvPr>
        </p:nvSpPr>
        <p:spPr/>
        <p:txBody>
          <a:bodyPr/>
          <a:lstStyle/>
          <a:p>
            <a:endParaRPr lang="es-AR"/>
          </a:p>
        </p:txBody>
      </p:sp>
      <p:sp>
        <p:nvSpPr>
          <p:cNvPr id="6" name="Marcador de número de diapositiva 5">
            <a:extLst>
              <a:ext uri="{FF2B5EF4-FFF2-40B4-BE49-F238E27FC236}">
                <a16:creationId xmlns:a16="http://schemas.microsoft.com/office/drawing/2014/main" id="{A0D21396-C6B8-653B-6285-0874B3982A99}"/>
              </a:ext>
            </a:extLst>
          </p:cNvPr>
          <p:cNvSpPr>
            <a:spLocks noGrp="1"/>
          </p:cNvSpPr>
          <p:nvPr>
            <p:ph type="sldNum" sz="quarter" idx="12"/>
          </p:nvPr>
        </p:nvSpPr>
        <p:spPr/>
        <p:txBody>
          <a:bodyPr/>
          <a:lstStyle/>
          <a:p>
            <a:fld id="{738A995B-DD8A-D24D-B70C-2C80E8D031C3}" type="slidenum">
              <a:rPr lang="es-AR" smtClean="0"/>
              <a:t>‹Nº›</a:t>
            </a:fld>
            <a:endParaRPr lang="es-AR"/>
          </a:p>
        </p:txBody>
      </p:sp>
    </p:spTree>
    <p:extLst>
      <p:ext uri="{BB962C8B-B14F-4D97-AF65-F5344CB8AC3E}">
        <p14:creationId xmlns:p14="http://schemas.microsoft.com/office/powerpoint/2010/main" val="4023684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6DD19E36-EAF9-2387-CC11-E34733B25CC5}"/>
              </a:ext>
            </a:extLst>
          </p:cNvPr>
          <p:cNvSpPr>
            <a:spLocks noGrp="1"/>
          </p:cNvSpPr>
          <p:nvPr>
            <p:ph type="title" orient="vert"/>
          </p:nvPr>
        </p:nvSpPr>
        <p:spPr>
          <a:xfrm>
            <a:off x="8724900" y="365125"/>
            <a:ext cx="2628900" cy="5811838"/>
          </a:xfrm>
        </p:spPr>
        <p:txBody>
          <a:bodyPr vert="eaVert"/>
          <a:lstStyle/>
          <a:p>
            <a:r>
              <a:rPr lang="es-MX"/>
              <a:t>Haz clic para modificar el estilo de título del patrón</a:t>
            </a:r>
            <a:endParaRPr lang="es-AR"/>
          </a:p>
        </p:txBody>
      </p:sp>
      <p:sp>
        <p:nvSpPr>
          <p:cNvPr id="3" name="Marcador de texto vertical 2">
            <a:extLst>
              <a:ext uri="{FF2B5EF4-FFF2-40B4-BE49-F238E27FC236}">
                <a16:creationId xmlns:a16="http://schemas.microsoft.com/office/drawing/2014/main" id="{E6942A4C-E814-E337-8D9A-BB1B9744CFD5}"/>
              </a:ext>
            </a:extLst>
          </p:cNvPr>
          <p:cNvSpPr>
            <a:spLocks noGrp="1"/>
          </p:cNvSpPr>
          <p:nvPr>
            <p:ph type="body" orient="vert" idx="1"/>
          </p:nvPr>
        </p:nvSpPr>
        <p:spPr>
          <a:xfrm>
            <a:off x="838200" y="365125"/>
            <a:ext cx="7734300" cy="5811838"/>
          </a:xfrm>
        </p:spPr>
        <p:txBody>
          <a:bodyPr vert="eaVe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AR"/>
          </a:p>
        </p:txBody>
      </p:sp>
      <p:sp>
        <p:nvSpPr>
          <p:cNvPr id="4" name="Marcador de fecha 3">
            <a:extLst>
              <a:ext uri="{FF2B5EF4-FFF2-40B4-BE49-F238E27FC236}">
                <a16:creationId xmlns:a16="http://schemas.microsoft.com/office/drawing/2014/main" id="{6A4FBDD4-296F-CDF5-B7D5-632C1AF2C276}"/>
              </a:ext>
            </a:extLst>
          </p:cNvPr>
          <p:cNvSpPr>
            <a:spLocks noGrp="1"/>
          </p:cNvSpPr>
          <p:nvPr>
            <p:ph type="dt" sz="half" idx="10"/>
          </p:nvPr>
        </p:nvSpPr>
        <p:spPr/>
        <p:txBody>
          <a:bodyPr/>
          <a:lstStyle/>
          <a:p>
            <a:fld id="{1362BA2B-4EE4-6E43-BDAF-0A3DD4B892EE}" type="datetimeFigureOut">
              <a:rPr lang="es-AR" smtClean="0"/>
              <a:t>10/8/25</a:t>
            </a:fld>
            <a:endParaRPr lang="es-AR"/>
          </a:p>
        </p:txBody>
      </p:sp>
      <p:sp>
        <p:nvSpPr>
          <p:cNvPr id="5" name="Marcador de pie de página 4">
            <a:extLst>
              <a:ext uri="{FF2B5EF4-FFF2-40B4-BE49-F238E27FC236}">
                <a16:creationId xmlns:a16="http://schemas.microsoft.com/office/drawing/2014/main" id="{1B644B39-16B3-B743-1FA2-CC7E02F2D69C}"/>
              </a:ext>
            </a:extLst>
          </p:cNvPr>
          <p:cNvSpPr>
            <a:spLocks noGrp="1"/>
          </p:cNvSpPr>
          <p:nvPr>
            <p:ph type="ftr" sz="quarter" idx="11"/>
          </p:nvPr>
        </p:nvSpPr>
        <p:spPr/>
        <p:txBody>
          <a:bodyPr/>
          <a:lstStyle/>
          <a:p>
            <a:endParaRPr lang="es-AR"/>
          </a:p>
        </p:txBody>
      </p:sp>
      <p:sp>
        <p:nvSpPr>
          <p:cNvPr id="6" name="Marcador de número de diapositiva 5">
            <a:extLst>
              <a:ext uri="{FF2B5EF4-FFF2-40B4-BE49-F238E27FC236}">
                <a16:creationId xmlns:a16="http://schemas.microsoft.com/office/drawing/2014/main" id="{9040C9E9-3110-9615-DD7F-0F4D3C205608}"/>
              </a:ext>
            </a:extLst>
          </p:cNvPr>
          <p:cNvSpPr>
            <a:spLocks noGrp="1"/>
          </p:cNvSpPr>
          <p:nvPr>
            <p:ph type="sldNum" sz="quarter" idx="12"/>
          </p:nvPr>
        </p:nvSpPr>
        <p:spPr/>
        <p:txBody>
          <a:bodyPr/>
          <a:lstStyle/>
          <a:p>
            <a:fld id="{738A995B-DD8A-D24D-B70C-2C80E8D031C3}" type="slidenum">
              <a:rPr lang="es-AR" smtClean="0"/>
              <a:t>‹Nº›</a:t>
            </a:fld>
            <a:endParaRPr lang="es-AR"/>
          </a:p>
        </p:txBody>
      </p:sp>
    </p:spTree>
    <p:extLst>
      <p:ext uri="{BB962C8B-B14F-4D97-AF65-F5344CB8AC3E}">
        <p14:creationId xmlns:p14="http://schemas.microsoft.com/office/powerpoint/2010/main" val="396914411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PE"/>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editar el estilo de subtítulo del patrón</a:t>
            </a:r>
            <a:endParaRPr lang="es-PE"/>
          </a:p>
        </p:txBody>
      </p:sp>
      <p:sp>
        <p:nvSpPr>
          <p:cNvPr id="4" name="Marcador de fecha 3"/>
          <p:cNvSpPr>
            <a:spLocks noGrp="1"/>
          </p:cNvSpPr>
          <p:nvPr>
            <p:ph type="dt" sz="half" idx="10"/>
          </p:nvPr>
        </p:nvSpPr>
        <p:spPr/>
        <p:txBody>
          <a:bodyPr/>
          <a:lstStyle/>
          <a:p>
            <a:fld id="{8F18F1B7-E5BE-4380-9EB8-EE8D7492FA4D}" type="datetimeFigureOut">
              <a:rPr lang="es-PE" smtClean="0"/>
              <a:t>10/08/25</a:t>
            </a:fld>
            <a:endParaRPr lang="es-PE"/>
          </a:p>
        </p:txBody>
      </p:sp>
      <p:sp>
        <p:nvSpPr>
          <p:cNvPr id="5" name="Marcador de pie de página 4"/>
          <p:cNvSpPr>
            <a:spLocks noGrp="1"/>
          </p:cNvSpPr>
          <p:nvPr>
            <p:ph type="ftr" sz="quarter" idx="11"/>
          </p:nvPr>
        </p:nvSpPr>
        <p:spPr/>
        <p:txBody>
          <a:bodyPr/>
          <a:lstStyle/>
          <a:p>
            <a:endParaRPr lang="es-PE"/>
          </a:p>
        </p:txBody>
      </p:sp>
      <p:sp>
        <p:nvSpPr>
          <p:cNvPr id="6" name="Marcador de número de diapositiva 5"/>
          <p:cNvSpPr>
            <a:spLocks noGrp="1"/>
          </p:cNvSpPr>
          <p:nvPr>
            <p:ph type="sldNum" sz="quarter" idx="12"/>
          </p:nvPr>
        </p:nvSpPr>
        <p:spPr/>
        <p:txBody>
          <a:bodyPr/>
          <a:lstStyle/>
          <a:p>
            <a:fld id="{9521C2A4-7110-4972-A280-169E031959D4}" type="slidenum">
              <a:rPr lang="es-PE" smtClean="0"/>
              <a:t>‹Nº›</a:t>
            </a:fld>
            <a:endParaRPr lang="es-PE"/>
          </a:p>
        </p:txBody>
      </p:sp>
    </p:spTree>
    <p:extLst>
      <p:ext uri="{BB962C8B-B14F-4D97-AF65-F5344CB8AC3E}">
        <p14:creationId xmlns:p14="http://schemas.microsoft.com/office/powerpoint/2010/main" val="2788919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PE"/>
          </a:p>
        </p:txBody>
      </p:sp>
      <p:sp>
        <p:nvSpPr>
          <p:cNvPr id="3" name="Marcador de contenido 2"/>
          <p:cNvSpPr>
            <a:spLocks noGrp="1"/>
          </p:cNvSpPr>
          <p:nvPr>
            <p:ph idx="1"/>
          </p:nvPr>
        </p:nvSpPr>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p:cNvSpPr>
            <a:spLocks noGrp="1"/>
          </p:cNvSpPr>
          <p:nvPr>
            <p:ph type="dt" sz="half" idx="10"/>
          </p:nvPr>
        </p:nvSpPr>
        <p:spPr/>
        <p:txBody>
          <a:bodyPr/>
          <a:lstStyle/>
          <a:p>
            <a:fld id="{8F18F1B7-E5BE-4380-9EB8-EE8D7492FA4D}" type="datetimeFigureOut">
              <a:rPr lang="es-PE" smtClean="0"/>
              <a:t>10/08/25</a:t>
            </a:fld>
            <a:endParaRPr lang="es-PE"/>
          </a:p>
        </p:txBody>
      </p:sp>
      <p:sp>
        <p:nvSpPr>
          <p:cNvPr id="5" name="Marcador de pie de página 4"/>
          <p:cNvSpPr>
            <a:spLocks noGrp="1"/>
          </p:cNvSpPr>
          <p:nvPr>
            <p:ph type="ftr" sz="quarter" idx="11"/>
          </p:nvPr>
        </p:nvSpPr>
        <p:spPr/>
        <p:txBody>
          <a:bodyPr/>
          <a:lstStyle/>
          <a:p>
            <a:endParaRPr lang="es-PE"/>
          </a:p>
        </p:txBody>
      </p:sp>
      <p:sp>
        <p:nvSpPr>
          <p:cNvPr id="6" name="Marcador de número de diapositiva 5"/>
          <p:cNvSpPr>
            <a:spLocks noGrp="1"/>
          </p:cNvSpPr>
          <p:nvPr>
            <p:ph type="sldNum" sz="quarter" idx="12"/>
          </p:nvPr>
        </p:nvSpPr>
        <p:spPr/>
        <p:txBody>
          <a:bodyPr/>
          <a:lstStyle/>
          <a:p>
            <a:fld id="{9521C2A4-7110-4972-A280-169E031959D4}" type="slidenum">
              <a:rPr lang="es-PE" smtClean="0"/>
              <a:t>‹Nº›</a:t>
            </a:fld>
            <a:endParaRPr lang="es-PE"/>
          </a:p>
        </p:txBody>
      </p:sp>
    </p:spTree>
    <p:extLst>
      <p:ext uri="{BB962C8B-B14F-4D97-AF65-F5344CB8AC3E}">
        <p14:creationId xmlns:p14="http://schemas.microsoft.com/office/powerpoint/2010/main" val="135357617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PE"/>
          </a:p>
        </p:txBody>
      </p:sp>
      <p:sp>
        <p:nvSpPr>
          <p:cNvPr id="3" name="Marcador de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Editar el estilo de texto del patrón</a:t>
            </a:r>
          </a:p>
        </p:txBody>
      </p:sp>
      <p:sp>
        <p:nvSpPr>
          <p:cNvPr id="4" name="Marcador de fecha 3"/>
          <p:cNvSpPr>
            <a:spLocks noGrp="1"/>
          </p:cNvSpPr>
          <p:nvPr>
            <p:ph type="dt" sz="half" idx="10"/>
          </p:nvPr>
        </p:nvSpPr>
        <p:spPr/>
        <p:txBody>
          <a:bodyPr/>
          <a:lstStyle/>
          <a:p>
            <a:fld id="{8F18F1B7-E5BE-4380-9EB8-EE8D7492FA4D}" type="datetimeFigureOut">
              <a:rPr lang="es-PE" smtClean="0"/>
              <a:t>10/08/25</a:t>
            </a:fld>
            <a:endParaRPr lang="es-PE"/>
          </a:p>
        </p:txBody>
      </p:sp>
      <p:sp>
        <p:nvSpPr>
          <p:cNvPr id="5" name="Marcador de pie de página 4"/>
          <p:cNvSpPr>
            <a:spLocks noGrp="1"/>
          </p:cNvSpPr>
          <p:nvPr>
            <p:ph type="ftr" sz="quarter" idx="11"/>
          </p:nvPr>
        </p:nvSpPr>
        <p:spPr/>
        <p:txBody>
          <a:bodyPr/>
          <a:lstStyle/>
          <a:p>
            <a:endParaRPr lang="es-PE"/>
          </a:p>
        </p:txBody>
      </p:sp>
      <p:sp>
        <p:nvSpPr>
          <p:cNvPr id="6" name="Marcador de número de diapositiva 5"/>
          <p:cNvSpPr>
            <a:spLocks noGrp="1"/>
          </p:cNvSpPr>
          <p:nvPr>
            <p:ph type="sldNum" sz="quarter" idx="12"/>
          </p:nvPr>
        </p:nvSpPr>
        <p:spPr/>
        <p:txBody>
          <a:bodyPr/>
          <a:lstStyle/>
          <a:p>
            <a:fld id="{9521C2A4-7110-4972-A280-169E031959D4}" type="slidenum">
              <a:rPr lang="es-PE" smtClean="0"/>
              <a:t>‹Nº›</a:t>
            </a:fld>
            <a:endParaRPr lang="es-PE"/>
          </a:p>
        </p:txBody>
      </p:sp>
    </p:spTree>
    <p:extLst>
      <p:ext uri="{BB962C8B-B14F-4D97-AF65-F5344CB8AC3E}">
        <p14:creationId xmlns:p14="http://schemas.microsoft.com/office/powerpoint/2010/main" val="142565742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PE"/>
          </a:p>
        </p:txBody>
      </p:sp>
      <p:sp>
        <p:nvSpPr>
          <p:cNvPr id="3" name="Marcador de contenido 2"/>
          <p:cNvSpPr>
            <a:spLocks noGrp="1"/>
          </p:cNvSpPr>
          <p:nvPr>
            <p:ph sz="half" idx="1"/>
          </p:nvPr>
        </p:nvSpPr>
        <p:spPr>
          <a:xfrm>
            <a:off x="838200" y="1825625"/>
            <a:ext cx="5181600" cy="435133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contenido 3"/>
          <p:cNvSpPr>
            <a:spLocks noGrp="1"/>
          </p:cNvSpPr>
          <p:nvPr>
            <p:ph sz="half" idx="2"/>
          </p:nvPr>
        </p:nvSpPr>
        <p:spPr>
          <a:xfrm>
            <a:off x="6172200" y="1825625"/>
            <a:ext cx="5181600" cy="435133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5" name="Marcador de fecha 4"/>
          <p:cNvSpPr>
            <a:spLocks noGrp="1"/>
          </p:cNvSpPr>
          <p:nvPr>
            <p:ph type="dt" sz="half" idx="10"/>
          </p:nvPr>
        </p:nvSpPr>
        <p:spPr/>
        <p:txBody>
          <a:bodyPr/>
          <a:lstStyle/>
          <a:p>
            <a:fld id="{8F18F1B7-E5BE-4380-9EB8-EE8D7492FA4D}" type="datetimeFigureOut">
              <a:rPr lang="es-PE" smtClean="0"/>
              <a:t>10/08/25</a:t>
            </a:fld>
            <a:endParaRPr lang="es-PE"/>
          </a:p>
        </p:txBody>
      </p:sp>
      <p:sp>
        <p:nvSpPr>
          <p:cNvPr id="6" name="Marcador de pie de página 5"/>
          <p:cNvSpPr>
            <a:spLocks noGrp="1"/>
          </p:cNvSpPr>
          <p:nvPr>
            <p:ph type="ftr" sz="quarter" idx="11"/>
          </p:nvPr>
        </p:nvSpPr>
        <p:spPr/>
        <p:txBody>
          <a:bodyPr/>
          <a:lstStyle/>
          <a:p>
            <a:endParaRPr lang="es-PE"/>
          </a:p>
        </p:txBody>
      </p:sp>
      <p:sp>
        <p:nvSpPr>
          <p:cNvPr id="7" name="Marcador de número de diapositiva 6"/>
          <p:cNvSpPr>
            <a:spLocks noGrp="1"/>
          </p:cNvSpPr>
          <p:nvPr>
            <p:ph type="sldNum" sz="quarter" idx="12"/>
          </p:nvPr>
        </p:nvSpPr>
        <p:spPr/>
        <p:txBody>
          <a:bodyPr/>
          <a:lstStyle/>
          <a:p>
            <a:fld id="{9521C2A4-7110-4972-A280-169E031959D4}" type="slidenum">
              <a:rPr lang="es-PE" smtClean="0"/>
              <a:t>‹Nº›</a:t>
            </a:fld>
            <a:endParaRPr lang="es-PE"/>
          </a:p>
        </p:txBody>
      </p:sp>
    </p:spTree>
    <p:extLst>
      <p:ext uri="{BB962C8B-B14F-4D97-AF65-F5344CB8AC3E}">
        <p14:creationId xmlns:p14="http://schemas.microsoft.com/office/powerpoint/2010/main" val="151948420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es-ES"/>
              <a:t>Haga clic para modificar el estilo de título del patrón</a:t>
            </a:r>
            <a:endParaRPr lang="es-PE"/>
          </a:p>
        </p:txBody>
      </p:sp>
      <p:sp>
        <p:nvSpPr>
          <p:cNvPr id="3" name="Marcador de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4" name="Marcador de contenido 3"/>
          <p:cNvSpPr>
            <a:spLocks noGrp="1"/>
          </p:cNvSpPr>
          <p:nvPr>
            <p:ph sz="half" idx="2"/>
          </p:nvPr>
        </p:nvSpPr>
        <p:spPr>
          <a:xfrm>
            <a:off x="839788" y="2505075"/>
            <a:ext cx="5157787" cy="368458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5" name="Marcador de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6" name="Marcador de contenido 5"/>
          <p:cNvSpPr>
            <a:spLocks noGrp="1"/>
          </p:cNvSpPr>
          <p:nvPr>
            <p:ph sz="quarter" idx="4"/>
          </p:nvPr>
        </p:nvSpPr>
        <p:spPr>
          <a:xfrm>
            <a:off x="6172200" y="2505075"/>
            <a:ext cx="5183188" cy="368458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7" name="Marcador de fecha 6"/>
          <p:cNvSpPr>
            <a:spLocks noGrp="1"/>
          </p:cNvSpPr>
          <p:nvPr>
            <p:ph type="dt" sz="half" idx="10"/>
          </p:nvPr>
        </p:nvSpPr>
        <p:spPr/>
        <p:txBody>
          <a:bodyPr/>
          <a:lstStyle/>
          <a:p>
            <a:fld id="{8F18F1B7-E5BE-4380-9EB8-EE8D7492FA4D}" type="datetimeFigureOut">
              <a:rPr lang="es-PE" smtClean="0"/>
              <a:t>10/08/25</a:t>
            </a:fld>
            <a:endParaRPr lang="es-PE"/>
          </a:p>
        </p:txBody>
      </p:sp>
      <p:sp>
        <p:nvSpPr>
          <p:cNvPr id="8" name="Marcador de pie de página 7"/>
          <p:cNvSpPr>
            <a:spLocks noGrp="1"/>
          </p:cNvSpPr>
          <p:nvPr>
            <p:ph type="ftr" sz="quarter" idx="11"/>
          </p:nvPr>
        </p:nvSpPr>
        <p:spPr/>
        <p:txBody>
          <a:bodyPr/>
          <a:lstStyle/>
          <a:p>
            <a:endParaRPr lang="es-PE"/>
          </a:p>
        </p:txBody>
      </p:sp>
      <p:sp>
        <p:nvSpPr>
          <p:cNvPr id="9" name="Marcador de número de diapositiva 8"/>
          <p:cNvSpPr>
            <a:spLocks noGrp="1"/>
          </p:cNvSpPr>
          <p:nvPr>
            <p:ph type="sldNum" sz="quarter" idx="12"/>
          </p:nvPr>
        </p:nvSpPr>
        <p:spPr/>
        <p:txBody>
          <a:bodyPr/>
          <a:lstStyle/>
          <a:p>
            <a:fld id="{9521C2A4-7110-4972-A280-169E031959D4}" type="slidenum">
              <a:rPr lang="es-PE" smtClean="0"/>
              <a:t>‹Nº›</a:t>
            </a:fld>
            <a:endParaRPr lang="es-PE"/>
          </a:p>
        </p:txBody>
      </p:sp>
    </p:spTree>
    <p:extLst>
      <p:ext uri="{BB962C8B-B14F-4D97-AF65-F5344CB8AC3E}">
        <p14:creationId xmlns:p14="http://schemas.microsoft.com/office/powerpoint/2010/main" val="151385336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PE"/>
          </a:p>
        </p:txBody>
      </p:sp>
      <p:sp>
        <p:nvSpPr>
          <p:cNvPr id="3" name="Marcador de fecha 2"/>
          <p:cNvSpPr>
            <a:spLocks noGrp="1"/>
          </p:cNvSpPr>
          <p:nvPr>
            <p:ph type="dt" sz="half" idx="10"/>
          </p:nvPr>
        </p:nvSpPr>
        <p:spPr/>
        <p:txBody>
          <a:bodyPr/>
          <a:lstStyle/>
          <a:p>
            <a:fld id="{8F18F1B7-E5BE-4380-9EB8-EE8D7492FA4D}" type="datetimeFigureOut">
              <a:rPr lang="es-PE" smtClean="0"/>
              <a:t>10/08/25</a:t>
            </a:fld>
            <a:endParaRPr lang="es-PE"/>
          </a:p>
        </p:txBody>
      </p:sp>
      <p:sp>
        <p:nvSpPr>
          <p:cNvPr id="4" name="Marcador de pie de página 3"/>
          <p:cNvSpPr>
            <a:spLocks noGrp="1"/>
          </p:cNvSpPr>
          <p:nvPr>
            <p:ph type="ftr" sz="quarter" idx="11"/>
          </p:nvPr>
        </p:nvSpPr>
        <p:spPr/>
        <p:txBody>
          <a:bodyPr/>
          <a:lstStyle/>
          <a:p>
            <a:endParaRPr lang="es-PE"/>
          </a:p>
        </p:txBody>
      </p:sp>
      <p:sp>
        <p:nvSpPr>
          <p:cNvPr id="5" name="Marcador de número de diapositiva 4"/>
          <p:cNvSpPr>
            <a:spLocks noGrp="1"/>
          </p:cNvSpPr>
          <p:nvPr>
            <p:ph type="sldNum" sz="quarter" idx="12"/>
          </p:nvPr>
        </p:nvSpPr>
        <p:spPr/>
        <p:txBody>
          <a:bodyPr/>
          <a:lstStyle/>
          <a:p>
            <a:fld id="{9521C2A4-7110-4972-A280-169E031959D4}" type="slidenum">
              <a:rPr lang="es-PE" smtClean="0"/>
              <a:t>‹Nº›</a:t>
            </a:fld>
            <a:endParaRPr lang="es-PE"/>
          </a:p>
        </p:txBody>
      </p:sp>
    </p:spTree>
    <p:extLst>
      <p:ext uri="{BB962C8B-B14F-4D97-AF65-F5344CB8AC3E}">
        <p14:creationId xmlns:p14="http://schemas.microsoft.com/office/powerpoint/2010/main" val="23211181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8F18F1B7-E5BE-4380-9EB8-EE8D7492FA4D}" type="datetimeFigureOut">
              <a:rPr lang="es-PE" smtClean="0"/>
              <a:t>10/08/25</a:t>
            </a:fld>
            <a:endParaRPr lang="es-PE"/>
          </a:p>
        </p:txBody>
      </p:sp>
      <p:sp>
        <p:nvSpPr>
          <p:cNvPr id="3" name="Marcador de pie de página 2"/>
          <p:cNvSpPr>
            <a:spLocks noGrp="1"/>
          </p:cNvSpPr>
          <p:nvPr>
            <p:ph type="ftr" sz="quarter" idx="11"/>
          </p:nvPr>
        </p:nvSpPr>
        <p:spPr/>
        <p:txBody>
          <a:bodyPr/>
          <a:lstStyle/>
          <a:p>
            <a:endParaRPr lang="es-PE"/>
          </a:p>
        </p:txBody>
      </p:sp>
      <p:sp>
        <p:nvSpPr>
          <p:cNvPr id="4" name="Marcador de número de diapositiva 3"/>
          <p:cNvSpPr>
            <a:spLocks noGrp="1"/>
          </p:cNvSpPr>
          <p:nvPr>
            <p:ph type="sldNum" sz="quarter" idx="12"/>
          </p:nvPr>
        </p:nvSpPr>
        <p:spPr/>
        <p:txBody>
          <a:bodyPr/>
          <a:lstStyle/>
          <a:p>
            <a:fld id="{9521C2A4-7110-4972-A280-169E031959D4}" type="slidenum">
              <a:rPr lang="es-PE" smtClean="0"/>
              <a:t>‹Nº›</a:t>
            </a:fld>
            <a:endParaRPr lang="es-PE"/>
          </a:p>
        </p:txBody>
      </p:sp>
    </p:spTree>
    <p:extLst>
      <p:ext uri="{BB962C8B-B14F-4D97-AF65-F5344CB8AC3E}">
        <p14:creationId xmlns:p14="http://schemas.microsoft.com/office/powerpoint/2010/main" val="338823803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PE"/>
          </a:p>
        </p:txBody>
      </p:sp>
      <p:sp>
        <p:nvSpPr>
          <p:cNvPr id="3" name="Marcador de conteni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el estilo de texto del patrón</a:t>
            </a:r>
          </a:p>
        </p:txBody>
      </p:sp>
      <p:sp>
        <p:nvSpPr>
          <p:cNvPr id="5" name="Marcador de fecha 4"/>
          <p:cNvSpPr>
            <a:spLocks noGrp="1"/>
          </p:cNvSpPr>
          <p:nvPr>
            <p:ph type="dt" sz="half" idx="10"/>
          </p:nvPr>
        </p:nvSpPr>
        <p:spPr/>
        <p:txBody>
          <a:bodyPr/>
          <a:lstStyle/>
          <a:p>
            <a:fld id="{8F18F1B7-E5BE-4380-9EB8-EE8D7492FA4D}" type="datetimeFigureOut">
              <a:rPr lang="es-PE" smtClean="0"/>
              <a:t>10/08/25</a:t>
            </a:fld>
            <a:endParaRPr lang="es-PE"/>
          </a:p>
        </p:txBody>
      </p:sp>
      <p:sp>
        <p:nvSpPr>
          <p:cNvPr id="6" name="Marcador de pie de página 5"/>
          <p:cNvSpPr>
            <a:spLocks noGrp="1"/>
          </p:cNvSpPr>
          <p:nvPr>
            <p:ph type="ftr" sz="quarter" idx="11"/>
          </p:nvPr>
        </p:nvSpPr>
        <p:spPr/>
        <p:txBody>
          <a:bodyPr/>
          <a:lstStyle/>
          <a:p>
            <a:endParaRPr lang="es-PE"/>
          </a:p>
        </p:txBody>
      </p:sp>
      <p:sp>
        <p:nvSpPr>
          <p:cNvPr id="7" name="Marcador de número de diapositiva 6"/>
          <p:cNvSpPr>
            <a:spLocks noGrp="1"/>
          </p:cNvSpPr>
          <p:nvPr>
            <p:ph type="sldNum" sz="quarter" idx="12"/>
          </p:nvPr>
        </p:nvSpPr>
        <p:spPr/>
        <p:txBody>
          <a:bodyPr/>
          <a:lstStyle/>
          <a:p>
            <a:fld id="{9521C2A4-7110-4972-A280-169E031959D4}" type="slidenum">
              <a:rPr lang="es-PE" smtClean="0"/>
              <a:t>‹Nº›</a:t>
            </a:fld>
            <a:endParaRPr lang="es-PE"/>
          </a:p>
        </p:txBody>
      </p:sp>
    </p:spTree>
    <p:extLst>
      <p:ext uri="{BB962C8B-B14F-4D97-AF65-F5344CB8AC3E}">
        <p14:creationId xmlns:p14="http://schemas.microsoft.com/office/powerpoint/2010/main" val="225864938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PE"/>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PE"/>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el estilo de texto del patrón</a:t>
            </a:r>
          </a:p>
        </p:txBody>
      </p:sp>
      <p:sp>
        <p:nvSpPr>
          <p:cNvPr id="5" name="Marcador de fecha 4"/>
          <p:cNvSpPr>
            <a:spLocks noGrp="1"/>
          </p:cNvSpPr>
          <p:nvPr>
            <p:ph type="dt" sz="half" idx="10"/>
          </p:nvPr>
        </p:nvSpPr>
        <p:spPr/>
        <p:txBody>
          <a:bodyPr/>
          <a:lstStyle/>
          <a:p>
            <a:fld id="{8F18F1B7-E5BE-4380-9EB8-EE8D7492FA4D}" type="datetimeFigureOut">
              <a:rPr lang="es-PE" smtClean="0"/>
              <a:t>10/08/25</a:t>
            </a:fld>
            <a:endParaRPr lang="es-PE"/>
          </a:p>
        </p:txBody>
      </p:sp>
      <p:sp>
        <p:nvSpPr>
          <p:cNvPr id="6" name="Marcador de pie de página 5"/>
          <p:cNvSpPr>
            <a:spLocks noGrp="1"/>
          </p:cNvSpPr>
          <p:nvPr>
            <p:ph type="ftr" sz="quarter" idx="11"/>
          </p:nvPr>
        </p:nvSpPr>
        <p:spPr/>
        <p:txBody>
          <a:bodyPr/>
          <a:lstStyle/>
          <a:p>
            <a:endParaRPr lang="es-PE"/>
          </a:p>
        </p:txBody>
      </p:sp>
      <p:sp>
        <p:nvSpPr>
          <p:cNvPr id="7" name="Marcador de número de diapositiva 6"/>
          <p:cNvSpPr>
            <a:spLocks noGrp="1"/>
          </p:cNvSpPr>
          <p:nvPr>
            <p:ph type="sldNum" sz="quarter" idx="12"/>
          </p:nvPr>
        </p:nvSpPr>
        <p:spPr/>
        <p:txBody>
          <a:bodyPr/>
          <a:lstStyle/>
          <a:p>
            <a:fld id="{9521C2A4-7110-4972-A280-169E031959D4}" type="slidenum">
              <a:rPr lang="es-PE" smtClean="0"/>
              <a:t>‹Nº›</a:t>
            </a:fld>
            <a:endParaRPr lang="es-PE"/>
          </a:p>
        </p:txBody>
      </p:sp>
    </p:spTree>
    <p:extLst>
      <p:ext uri="{BB962C8B-B14F-4D97-AF65-F5344CB8AC3E}">
        <p14:creationId xmlns:p14="http://schemas.microsoft.com/office/powerpoint/2010/main" val="67795103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PE"/>
          </a:p>
        </p:txBody>
      </p:sp>
      <p:sp>
        <p:nvSpPr>
          <p:cNvPr id="3" name="Marcador de texto vertical 2"/>
          <p:cNvSpPr>
            <a:spLocks noGrp="1"/>
          </p:cNvSpPr>
          <p:nvPr>
            <p:ph type="body" orient="vert" idx="1"/>
          </p:nvPr>
        </p:nvSpPr>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p:cNvSpPr>
            <a:spLocks noGrp="1"/>
          </p:cNvSpPr>
          <p:nvPr>
            <p:ph type="dt" sz="half" idx="10"/>
          </p:nvPr>
        </p:nvSpPr>
        <p:spPr/>
        <p:txBody>
          <a:bodyPr/>
          <a:lstStyle/>
          <a:p>
            <a:fld id="{8F18F1B7-E5BE-4380-9EB8-EE8D7492FA4D}" type="datetimeFigureOut">
              <a:rPr lang="es-PE" smtClean="0"/>
              <a:t>10/08/25</a:t>
            </a:fld>
            <a:endParaRPr lang="es-PE"/>
          </a:p>
        </p:txBody>
      </p:sp>
      <p:sp>
        <p:nvSpPr>
          <p:cNvPr id="5" name="Marcador de pie de página 4"/>
          <p:cNvSpPr>
            <a:spLocks noGrp="1"/>
          </p:cNvSpPr>
          <p:nvPr>
            <p:ph type="ftr" sz="quarter" idx="11"/>
          </p:nvPr>
        </p:nvSpPr>
        <p:spPr/>
        <p:txBody>
          <a:bodyPr/>
          <a:lstStyle/>
          <a:p>
            <a:endParaRPr lang="es-PE"/>
          </a:p>
        </p:txBody>
      </p:sp>
      <p:sp>
        <p:nvSpPr>
          <p:cNvPr id="6" name="Marcador de número de diapositiva 5"/>
          <p:cNvSpPr>
            <a:spLocks noGrp="1"/>
          </p:cNvSpPr>
          <p:nvPr>
            <p:ph type="sldNum" sz="quarter" idx="12"/>
          </p:nvPr>
        </p:nvSpPr>
        <p:spPr/>
        <p:txBody>
          <a:bodyPr/>
          <a:lstStyle/>
          <a:p>
            <a:fld id="{9521C2A4-7110-4972-A280-169E031959D4}" type="slidenum">
              <a:rPr lang="es-PE" smtClean="0"/>
              <a:t>‹Nº›</a:t>
            </a:fld>
            <a:endParaRPr lang="es-PE"/>
          </a:p>
        </p:txBody>
      </p:sp>
    </p:spTree>
    <p:extLst>
      <p:ext uri="{BB962C8B-B14F-4D97-AF65-F5344CB8AC3E}">
        <p14:creationId xmlns:p14="http://schemas.microsoft.com/office/powerpoint/2010/main" val="377533080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PE"/>
          </a:p>
        </p:txBody>
      </p:sp>
      <p:sp>
        <p:nvSpPr>
          <p:cNvPr id="3" name="Marcador de texto vertical 2"/>
          <p:cNvSpPr>
            <a:spLocks noGrp="1"/>
          </p:cNvSpPr>
          <p:nvPr>
            <p:ph type="body" orient="vert" idx="1"/>
          </p:nvPr>
        </p:nvSpPr>
        <p:spPr>
          <a:xfrm>
            <a:off x="838200" y="365125"/>
            <a:ext cx="7734300" cy="5811838"/>
          </a:xfrm>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p:cNvSpPr>
            <a:spLocks noGrp="1"/>
          </p:cNvSpPr>
          <p:nvPr>
            <p:ph type="dt" sz="half" idx="10"/>
          </p:nvPr>
        </p:nvSpPr>
        <p:spPr/>
        <p:txBody>
          <a:bodyPr/>
          <a:lstStyle/>
          <a:p>
            <a:fld id="{8F18F1B7-E5BE-4380-9EB8-EE8D7492FA4D}" type="datetimeFigureOut">
              <a:rPr lang="es-PE" smtClean="0"/>
              <a:t>10/08/25</a:t>
            </a:fld>
            <a:endParaRPr lang="es-PE"/>
          </a:p>
        </p:txBody>
      </p:sp>
      <p:sp>
        <p:nvSpPr>
          <p:cNvPr id="5" name="Marcador de pie de página 4"/>
          <p:cNvSpPr>
            <a:spLocks noGrp="1"/>
          </p:cNvSpPr>
          <p:nvPr>
            <p:ph type="ftr" sz="quarter" idx="11"/>
          </p:nvPr>
        </p:nvSpPr>
        <p:spPr/>
        <p:txBody>
          <a:bodyPr/>
          <a:lstStyle/>
          <a:p>
            <a:endParaRPr lang="es-PE"/>
          </a:p>
        </p:txBody>
      </p:sp>
      <p:sp>
        <p:nvSpPr>
          <p:cNvPr id="6" name="Marcador de número de diapositiva 5"/>
          <p:cNvSpPr>
            <a:spLocks noGrp="1"/>
          </p:cNvSpPr>
          <p:nvPr>
            <p:ph type="sldNum" sz="quarter" idx="12"/>
          </p:nvPr>
        </p:nvSpPr>
        <p:spPr/>
        <p:txBody>
          <a:bodyPr/>
          <a:lstStyle/>
          <a:p>
            <a:fld id="{9521C2A4-7110-4972-A280-169E031959D4}" type="slidenum">
              <a:rPr lang="es-PE" smtClean="0"/>
              <a:t>‹Nº›</a:t>
            </a:fld>
            <a:endParaRPr lang="es-PE"/>
          </a:p>
        </p:txBody>
      </p:sp>
    </p:spTree>
    <p:extLst>
      <p:ext uri="{BB962C8B-B14F-4D97-AF65-F5344CB8AC3E}">
        <p14:creationId xmlns:p14="http://schemas.microsoft.com/office/powerpoint/2010/main" val="16490743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D1BC2BC7-03EF-3014-E50A-B0B1E5E2092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MX"/>
              <a:t>Haz clic para modificar el estilo de título del patrón</a:t>
            </a:r>
            <a:endParaRPr lang="es-AR"/>
          </a:p>
        </p:txBody>
      </p:sp>
      <p:sp>
        <p:nvSpPr>
          <p:cNvPr id="3" name="Marcador de texto 2">
            <a:extLst>
              <a:ext uri="{FF2B5EF4-FFF2-40B4-BE49-F238E27FC236}">
                <a16:creationId xmlns:a16="http://schemas.microsoft.com/office/drawing/2014/main" id="{5C0D521B-129F-3214-B0F6-C228340A8C8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AR"/>
          </a:p>
        </p:txBody>
      </p:sp>
      <p:sp>
        <p:nvSpPr>
          <p:cNvPr id="4" name="Marcador de fecha 3">
            <a:extLst>
              <a:ext uri="{FF2B5EF4-FFF2-40B4-BE49-F238E27FC236}">
                <a16:creationId xmlns:a16="http://schemas.microsoft.com/office/drawing/2014/main" id="{E39C7A5D-7B55-E7B4-EA81-D898D8FAFA1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362BA2B-4EE4-6E43-BDAF-0A3DD4B892EE}" type="datetimeFigureOut">
              <a:rPr lang="es-AR" smtClean="0"/>
              <a:t>10/8/25</a:t>
            </a:fld>
            <a:endParaRPr lang="es-AR"/>
          </a:p>
        </p:txBody>
      </p:sp>
      <p:sp>
        <p:nvSpPr>
          <p:cNvPr id="5" name="Marcador de pie de página 4">
            <a:extLst>
              <a:ext uri="{FF2B5EF4-FFF2-40B4-BE49-F238E27FC236}">
                <a16:creationId xmlns:a16="http://schemas.microsoft.com/office/drawing/2014/main" id="{B276E841-9971-E4D0-CBE8-45ACBEF8A05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AR"/>
          </a:p>
        </p:txBody>
      </p:sp>
      <p:sp>
        <p:nvSpPr>
          <p:cNvPr id="6" name="Marcador de número de diapositiva 5">
            <a:extLst>
              <a:ext uri="{FF2B5EF4-FFF2-40B4-BE49-F238E27FC236}">
                <a16:creationId xmlns:a16="http://schemas.microsoft.com/office/drawing/2014/main" id="{992919C5-4ED2-4B87-2992-E07145A9572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38A995B-DD8A-D24D-B70C-2C80E8D031C3}" type="slidenum">
              <a:rPr lang="es-AR" smtClean="0"/>
              <a:t>‹Nº›</a:t>
            </a:fld>
            <a:endParaRPr lang="es-AR"/>
          </a:p>
        </p:txBody>
      </p:sp>
    </p:spTree>
    <p:extLst>
      <p:ext uri="{BB962C8B-B14F-4D97-AF65-F5344CB8AC3E}">
        <p14:creationId xmlns:p14="http://schemas.microsoft.com/office/powerpoint/2010/main" val="286798535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PE"/>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F18F1B7-E5BE-4380-9EB8-EE8D7492FA4D}" type="datetimeFigureOut">
              <a:rPr lang="es-PE" smtClean="0"/>
              <a:t>10/08/25</a:t>
            </a:fld>
            <a:endParaRPr lang="es-PE"/>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PE"/>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521C2A4-7110-4972-A280-169E031959D4}" type="slidenum">
              <a:rPr lang="es-PE" smtClean="0"/>
              <a:t>‹Nº›</a:t>
            </a:fld>
            <a:endParaRPr lang="es-PE"/>
          </a:p>
        </p:txBody>
      </p:sp>
    </p:spTree>
    <p:extLst>
      <p:ext uri="{BB962C8B-B14F-4D97-AF65-F5344CB8AC3E}">
        <p14:creationId xmlns:p14="http://schemas.microsoft.com/office/powerpoint/2010/main" val="290765874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slideLayout" Target="../slideLayouts/slideLayout13.xml"/><Relationship Id="rId1" Type="http://schemas.openxmlformats.org/officeDocument/2006/relationships/themeOverride" Target="../theme/themeOverride1.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slideLayout" Target="../slideLayouts/slideLayout13.xml"/><Relationship Id="rId1" Type="http://schemas.openxmlformats.org/officeDocument/2006/relationships/themeOverride" Target="../theme/themeOverride2.xml"/><Relationship Id="rId4" Type="http://schemas.openxmlformats.org/officeDocument/2006/relationships/image" Target="../media/image3.jpeg"/></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7" Type="http://schemas.openxmlformats.org/officeDocument/2006/relationships/image" Target="../media/image7.jpeg"/><Relationship Id="rId2" Type="http://schemas.openxmlformats.org/officeDocument/2006/relationships/slideLayout" Target="../slideLayouts/slideLayout13.xml"/><Relationship Id="rId1" Type="http://schemas.openxmlformats.org/officeDocument/2006/relationships/themeOverride" Target="../theme/themeOverride3.xml"/><Relationship Id="rId6" Type="http://schemas.openxmlformats.org/officeDocument/2006/relationships/image" Target="../media/image6.jpeg"/><Relationship Id="rId5" Type="http://schemas.openxmlformats.org/officeDocument/2006/relationships/image" Target="../media/image5.jpeg"/><Relationship Id="rId4" Type="http://schemas.openxmlformats.org/officeDocument/2006/relationships/image" Target="../media/image4.jpe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1.xml"/><Relationship Id="rId7" Type="http://schemas.openxmlformats.org/officeDocument/2006/relationships/image" Target="../media/image10.jpeg"/><Relationship Id="rId2" Type="http://schemas.openxmlformats.org/officeDocument/2006/relationships/slideLayout" Target="../slideLayouts/slideLayout13.xml"/><Relationship Id="rId1" Type="http://schemas.openxmlformats.org/officeDocument/2006/relationships/themeOverride" Target="../theme/themeOverride4.xml"/><Relationship Id="rId6" Type="http://schemas.openxmlformats.org/officeDocument/2006/relationships/image" Target="../media/image9.jpeg"/><Relationship Id="rId5" Type="http://schemas.openxmlformats.org/officeDocument/2006/relationships/image" Target="../media/image8.jpeg"/><Relationship Id="rId4" Type="http://schemas.openxmlformats.org/officeDocument/2006/relationships/image" Target="../media/image2.jpg"/></Relationships>
</file>

<file path=ppt/slides/_rels/slide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slideLayout" Target="../slideLayouts/slideLayout13.xml"/><Relationship Id="rId1" Type="http://schemas.openxmlformats.org/officeDocument/2006/relationships/themeOverride" Target="../theme/themeOverride5.xml"/><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slideLayout" Target="../slideLayouts/slideLayout15.xml"/><Relationship Id="rId1" Type="http://schemas.openxmlformats.org/officeDocument/2006/relationships/themeOverride" Target="../theme/themeOverride6.xml"/><Relationship Id="rId5" Type="http://schemas.openxmlformats.org/officeDocument/2006/relationships/image" Target="../media/image13.jpeg"/><Relationship Id="rId4" Type="http://schemas.openxmlformats.org/officeDocument/2006/relationships/image" Target="../media/image12.jpeg"/></Relationships>
</file>

<file path=ppt/slides/_rels/slide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slideLayout" Target="../slideLayouts/slideLayout13.xml"/><Relationship Id="rId1" Type="http://schemas.openxmlformats.org/officeDocument/2006/relationships/themeOverride" Target="../theme/themeOverride7.xml"/></Relationships>
</file>

<file path=ppt/slides/_rels/slide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slideLayout" Target="../slideLayouts/slideLayout13.xml"/><Relationship Id="rId1" Type="http://schemas.openxmlformats.org/officeDocument/2006/relationships/themeOverride" Target="../theme/themeOverride8.xml"/></Relationships>
</file>

<file path=ppt/slides/_rels/slide10.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slideLayout" Target="../slideLayouts/slideLayout15.xml"/><Relationship Id="rId1" Type="http://schemas.openxmlformats.org/officeDocument/2006/relationships/themeOverride" Target="../theme/themeOverride9.xml"/><Relationship Id="rId4" Type="http://schemas.openxmlformats.org/officeDocument/2006/relationships/image" Target="../media/image14.jpeg"/></Relationships>
</file>

<file path=ppt/slides/_rels/slide1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slideLayout" Target="../slideLayouts/slideLayout15.xml"/><Relationship Id="rId1" Type="http://schemas.openxmlformats.org/officeDocument/2006/relationships/themeOverride" Target="../theme/themeOverride10.xml"/><Relationship Id="rId6" Type="http://schemas.openxmlformats.org/officeDocument/2006/relationships/image" Target="../media/image17.jpeg"/><Relationship Id="rId5" Type="http://schemas.openxmlformats.org/officeDocument/2006/relationships/image" Target="../media/image16.jpeg"/><Relationship Id="rId4" Type="http://schemas.openxmlformats.org/officeDocument/2006/relationships/image" Target="../media/image15.jpeg"/></Relationships>
</file>

<file path=ppt/slides/_rels/slide1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slideLayout" Target="../slideLayouts/slideLayout13.xml"/><Relationship Id="rId1" Type="http://schemas.openxmlformats.org/officeDocument/2006/relationships/themeOverride" Target="../theme/themeOverride11.xml"/><Relationship Id="rId6" Type="http://schemas.openxmlformats.org/officeDocument/2006/relationships/image" Target="../media/image20.jpeg"/><Relationship Id="rId5" Type="http://schemas.openxmlformats.org/officeDocument/2006/relationships/image" Target="../media/image19.jpeg"/><Relationship Id="rId4" Type="http://schemas.openxmlformats.org/officeDocument/2006/relationships/image" Target="../media/image18.jpeg"/></Relationships>
</file>

<file path=ppt/slides/_rels/slide13.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jpg"/><Relationship Id="rId7" Type="http://schemas.openxmlformats.org/officeDocument/2006/relationships/image" Target="../media/image24.jpeg"/><Relationship Id="rId2" Type="http://schemas.openxmlformats.org/officeDocument/2006/relationships/slideLayout" Target="../slideLayouts/slideLayout15.xml"/><Relationship Id="rId1" Type="http://schemas.openxmlformats.org/officeDocument/2006/relationships/themeOverride" Target="../theme/themeOverride12.xml"/><Relationship Id="rId6" Type="http://schemas.openxmlformats.org/officeDocument/2006/relationships/image" Target="../media/image23.png"/><Relationship Id="rId5" Type="http://schemas.openxmlformats.org/officeDocument/2006/relationships/image" Target="../media/image22.jpeg"/><Relationship Id="rId4" Type="http://schemas.openxmlformats.org/officeDocument/2006/relationships/image" Target="../media/image21.jpeg"/></Relationships>
</file>

<file path=ppt/slides/_rels/slide14.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image" Target="../media/image26.jpe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slideLayout" Target="../slideLayouts/slideLayout15.xml"/><Relationship Id="rId1" Type="http://schemas.openxmlformats.org/officeDocument/2006/relationships/themeOverride" Target="../theme/themeOverride13.xml"/><Relationship Id="rId5" Type="http://schemas.openxmlformats.org/officeDocument/2006/relationships/image" Target="../media/image29.jpeg"/><Relationship Id="rId4" Type="http://schemas.openxmlformats.org/officeDocument/2006/relationships/image" Target="../media/image28.jpeg"/></Relationships>
</file>

<file path=ppt/slides/_rels/slide16.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2.jpg"/><Relationship Id="rId7" Type="http://schemas.openxmlformats.org/officeDocument/2006/relationships/diagramColors" Target="../diagrams/colors1.xml"/><Relationship Id="rId2" Type="http://schemas.openxmlformats.org/officeDocument/2006/relationships/slideLayout" Target="../slideLayouts/slideLayout13.xml"/><Relationship Id="rId1" Type="http://schemas.openxmlformats.org/officeDocument/2006/relationships/themeOverride" Target="../theme/themeOverride14.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1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F833F37-9CDF-15C3-49BB-64AE26843166}"/>
              </a:ext>
            </a:extLst>
          </p:cNvPr>
          <p:cNvSpPr>
            <a:spLocks noGrp="1"/>
          </p:cNvSpPr>
          <p:nvPr>
            <p:ph type="ctrTitle"/>
          </p:nvPr>
        </p:nvSpPr>
        <p:spPr>
          <a:xfrm>
            <a:off x="277793" y="4263592"/>
            <a:ext cx="7257326" cy="1126283"/>
          </a:xfrm>
        </p:spPr>
        <p:txBody>
          <a:bodyPr>
            <a:normAutofit fontScale="90000"/>
          </a:bodyPr>
          <a:lstStyle/>
          <a:p>
            <a:r>
              <a:rPr lang="es-MX" sz="4800" b="1" dirty="0">
                <a:ln w="0">
                  <a:solidFill>
                    <a:schemeClr val="accent1">
                      <a:lumMod val="50000"/>
                    </a:schemeClr>
                  </a:solidFill>
                </a:ln>
                <a:solidFill>
                  <a:schemeClr val="accent1"/>
                </a:solidFill>
                <a:effectLst>
                  <a:outerShdw blurRad="38100" dist="25400" dir="5400000" algn="ctr" rotWithShape="0">
                    <a:srgbClr val="6E747A">
                      <a:alpha val="43000"/>
                    </a:srgbClr>
                  </a:outerShdw>
                </a:effectLst>
              </a:rPr>
              <a:t>TECNOLOGIAS LIMPIAS EN LOS PROCESOS INDUSTRIALES</a:t>
            </a:r>
            <a:endParaRPr lang="es-AR" sz="4800" b="1" dirty="0">
              <a:solidFill>
                <a:schemeClr val="accent1"/>
              </a:solidFill>
              <a:latin typeface="Bernard MT Condensed" panose="02050806060905020404" pitchFamily="18" charset="77"/>
            </a:endParaRPr>
          </a:p>
        </p:txBody>
      </p:sp>
      <p:sp>
        <p:nvSpPr>
          <p:cNvPr id="3" name="Subtítulo 2">
            <a:extLst>
              <a:ext uri="{FF2B5EF4-FFF2-40B4-BE49-F238E27FC236}">
                <a16:creationId xmlns:a16="http://schemas.microsoft.com/office/drawing/2014/main" id="{ABF84A92-7213-7DBF-F669-188ED288AEDB}"/>
              </a:ext>
            </a:extLst>
          </p:cNvPr>
          <p:cNvSpPr>
            <a:spLocks noGrp="1"/>
          </p:cNvSpPr>
          <p:nvPr>
            <p:ph type="subTitle" idx="1"/>
          </p:nvPr>
        </p:nvSpPr>
        <p:spPr>
          <a:xfrm>
            <a:off x="0" y="6148727"/>
            <a:ext cx="8915399" cy="538707"/>
          </a:xfrm>
        </p:spPr>
        <p:txBody>
          <a:bodyPr/>
          <a:lstStyle/>
          <a:p>
            <a:pPr algn="l"/>
            <a:r>
              <a:rPr lang="es-AR" dirty="0" err="1">
                <a:solidFill>
                  <a:schemeClr val="bg1"/>
                </a:solidFill>
              </a:rPr>
              <a:t>Mgt</a:t>
            </a:r>
            <a:r>
              <a:rPr lang="es-AR" dirty="0">
                <a:solidFill>
                  <a:schemeClr val="bg1"/>
                </a:solidFill>
              </a:rPr>
              <a:t>. Ing. </a:t>
            </a:r>
            <a:r>
              <a:rPr lang="es-AR" dirty="0" err="1">
                <a:solidFill>
                  <a:schemeClr val="bg1"/>
                </a:solidFill>
              </a:rPr>
              <a:t>Guisell</a:t>
            </a:r>
            <a:r>
              <a:rPr lang="es-AR" dirty="0">
                <a:solidFill>
                  <a:schemeClr val="bg1"/>
                </a:solidFill>
              </a:rPr>
              <a:t> Aedo Vega Centeno</a:t>
            </a:r>
          </a:p>
        </p:txBody>
      </p:sp>
    </p:spTree>
    <p:extLst>
      <p:ext uri="{BB962C8B-B14F-4D97-AF65-F5344CB8AC3E}">
        <p14:creationId xmlns:p14="http://schemas.microsoft.com/office/powerpoint/2010/main" val="13925339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B9C83ED-2624-017B-8901-3ADAA303320A}"/>
              </a:ext>
            </a:extLst>
          </p:cNvPr>
          <p:cNvSpPr>
            <a:spLocks noGrp="1"/>
          </p:cNvSpPr>
          <p:nvPr>
            <p:ph type="title"/>
          </p:nvPr>
        </p:nvSpPr>
        <p:spPr/>
        <p:txBody>
          <a:bodyPr/>
          <a:lstStyle/>
          <a:p>
            <a:endParaRPr lang="es-AR"/>
          </a:p>
        </p:txBody>
      </p:sp>
      <p:sp>
        <p:nvSpPr>
          <p:cNvPr id="3" name="Marcador de contenido 2">
            <a:extLst>
              <a:ext uri="{FF2B5EF4-FFF2-40B4-BE49-F238E27FC236}">
                <a16:creationId xmlns:a16="http://schemas.microsoft.com/office/drawing/2014/main" id="{728F9976-01D0-6660-57C0-7BA9ACB1B6B6}"/>
              </a:ext>
            </a:extLst>
          </p:cNvPr>
          <p:cNvSpPr>
            <a:spLocks noGrp="1"/>
          </p:cNvSpPr>
          <p:nvPr>
            <p:ph idx="1"/>
          </p:nvPr>
        </p:nvSpPr>
        <p:spPr/>
        <p:txBody>
          <a:bodyPr>
            <a:normAutofit/>
          </a:bodyPr>
          <a:lstStyle/>
          <a:p>
            <a:r>
              <a:rPr lang="es-AR" dirty="0"/>
              <a:t>La Tierra se formó hace 4.500.000.000 de años. </a:t>
            </a:r>
          </a:p>
          <a:p>
            <a:r>
              <a:rPr lang="es-AR" dirty="0"/>
              <a:t>Los primeros rasgos de vida aparecieron hace aproximadamente 2.000.000.000 de años. </a:t>
            </a:r>
          </a:p>
          <a:p>
            <a:r>
              <a:rPr lang="es-AR" dirty="0"/>
              <a:t>El Homo </a:t>
            </a:r>
            <a:r>
              <a:rPr lang="es-AR" dirty="0" err="1"/>
              <a:t>erectus</a:t>
            </a:r>
            <a:r>
              <a:rPr lang="es-AR" dirty="0"/>
              <a:t> ya habitaba la Tierra hace más de 2.000.000 de años. </a:t>
            </a:r>
          </a:p>
          <a:p>
            <a:r>
              <a:rPr lang="es-AR" dirty="0"/>
              <a:t>Existe evidencia de entierros funerarios que tuvieron lugar hace 50.000 años. </a:t>
            </a:r>
          </a:p>
          <a:p>
            <a:r>
              <a:rPr lang="es-AR" dirty="0"/>
              <a:t>Los registros escritos más antiguos datan de hace menos de </a:t>
            </a:r>
            <a:r>
              <a:rPr lang="es-AR" dirty="0">
                <a:solidFill>
                  <a:srgbClr val="FF0000"/>
                </a:solidFill>
              </a:rPr>
              <a:t>4.000 años.</a:t>
            </a:r>
          </a:p>
        </p:txBody>
      </p:sp>
    </p:spTree>
    <p:extLst>
      <p:ext uri="{BB962C8B-B14F-4D97-AF65-F5344CB8AC3E}">
        <p14:creationId xmlns:p14="http://schemas.microsoft.com/office/powerpoint/2010/main" val="198290757"/>
      </p:ext>
    </p:extLst>
  </p:cSld>
  <p:clrMapOvr>
    <a:overrideClrMapping bg1="lt1" tx1="dk1" bg2="lt2" tx2="dk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9113730-2B5A-5A88-190E-ADA5512A6420}"/>
              </a:ext>
            </a:extLst>
          </p:cNvPr>
          <p:cNvSpPr>
            <a:spLocks noGrp="1"/>
          </p:cNvSpPr>
          <p:nvPr>
            <p:ph type="title"/>
          </p:nvPr>
        </p:nvSpPr>
        <p:spPr/>
        <p:txBody>
          <a:bodyPr/>
          <a:lstStyle/>
          <a:p>
            <a:endParaRPr lang="es-AR"/>
          </a:p>
        </p:txBody>
      </p:sp>
      <p:pic>
        <p:nvPicPr>
          <p:cNvPr id="1026" name="Picture 2" descr="El Homo sapiens salió de África antes de lo que se pensaba Ensegundos  República Dominicana">
            <a:extLst>
              <a:ext uri="{FF2B5EF4-FFF2-40B4-BE49-F238E27FC236}">
                <a16:creationId xmlns:a16="http://schemas.microsoft.com/office/drawing/2014/main" id="{347FA0FA-7A4F-3F8C-6AB6-D60B36D17D03}"/>
              </a:ext>
            </a:extLst>
          </p:cNvPr>
          <p:cNvPicPr>
            <a:picLocks noGrp="1" noChangeAspect="1" noChangeArrowheads="1"/>
          </p:cNvPicPr>
          <p:nvPr>
            <p:ph idx="1"/>
          </p:nvPr>
        </p:nvPicPr>
        <p:blipFill>
          <a:blip r:embed="rId4">
            <a:extLst>
              <a:ext uri="{28A0092B-C50C-407E-A947-70E740481C1C}">
                <a14:useLocalDpi xmlns:a14="http://schemas.microsoft.com/office/drawing/2010/main" val="0"/>
              </a:ext>
            </a:extLst>
          </a:blip>
          <a:srcRect/>
          <a:stretch>
            <a:fillRect/>
          </a:stretch>
        </p:blipFill>
        <p:spPr bwMode="auto">
          <a:xfrm>
            <a:off x="2714408" y="2179528"/>
            <a:ext cx="5770210" cy="37709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09700518"/>
      </p:ext>
    </p:extLst>
  </p:cSld>
  <p:clrMapOvr>
    <a:overrideClrMapping bg1="lt1" tx1="dk1" bg2="lt2" tx2="dk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050" name="Picture 2" descr="Reportajes y fotografías de Homo sapiens en National Geographic">
            <a:extLst>
              <a:ext uri="{FF2B5EF4-FFF2-40B4-BE49-F238E27FC236}">
                <a16:creationId xmlns:a16="http://schemas.microsoft.com/office/drawing/2014/main" id="{89EF45A2-5543-A25A-6D4E-A199BEF4F2A0}"/>
              </a:ext>
            </a:extLst>
          </p:cNvPr>
          <p:cNvPicPr>
            <a:picLocks noGrp="1" noChangeAspect="1" noChangeArrowheads="1"/>
          </p:cNvPicPr>
          <p:nvPr>
            <p:ph idx="1"/>
          </p:nvPr>
        </p:nvPicPr>
        <p:blipFill>
          <a:blip r:embed="rId4">
            <a:extLst>
              <a:ext uri="{28A0092B-C50C-407E-A947-70E740481C1C}">
                <a14:useLocalDpi xmlns:a14="http://schemas.microsoft.com/office/drawing/2010/main" val="0"/>
              </a:ext>
            </a:extLst>
          </a:blip>
          <a:srcRect/>
          <a:stretch>
            <a:fillRect/>
          </a:stretch>
        </p:blipFill>
        <p:spPr bwMode="auto">
          <a:xfrm>
            <a:off x="0" y="4096011"/>
            <a:ext cx="2761989" cy="2761989"/>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Los primeros humanos ya eran expertos en dominar el fuego dentro de sus  cuevas - National Geographic en Español">
            <a:extLst>
              <a:ext uri="{FF2B5EF4-FFF2-40B4-BE49-F238E27FC236}">
                <a16:creationId xmlns:a16="http://schemas.microsoft.com/office/drawing/2014/main" id="{1F6847F5-319D-09C7-A49E-5B009D0CDDA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90395" y="4599226"/>
            <a:ext cx="4017863" cy="2258773"/>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HOMO SAPIENS [Características+Herramientas] - SobreHistoria.com">
            <a:extLst>
              <a:ext uri="{FF2B5EF4-FFF2-40B4-BE49-F238E27FC236}">
                <a16:creationId xmlns:a16="http://schemas.microsoft.com/office/drawing/2014/main" id="{75A74F8F-6292-C29C-A690-8B428429A95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695652" y="1424227"/>
            <a:ext cx="3175000" cy="3175000"/>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La Revolucion Agricola: de nómadas a sedentarios – José Luis Climent –  Divagaciones en el Cinosargo">
            <a:extLst>
              <a:ext uri="{FF2B5EF4-FFF2-40B4-BE49-F238E27FC236}">
                <a16:creationId xmlns:a16="http://schemas.microsoft.com/office/drawing/2014/main" id="{7EBC493D-C721-0ECC-5DEC-13AD83A7A3B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895704" y="1041833"/>
            <a:ext cx="6286912" cy="3557392"/>
          </a:xfrm>
          <a:prstGeom prst="rect">
            <a:avLst/>
          </a:prstGeom>
          <a:noFill/>
          <a:extLst>
            <a:ext uri="{909E8E84-426E-40DD-AFC4-6F175D3DCCD1}">
              <a14:hiddenFill xmlns:a14="http://schemas.microsoft.com/office/drawing/2010/main">
                <a:solidFill>
                  <a:srgbClr val="FFFFFF"/>
                </a:solidFill>
              </a14:hiddenFill>
            </a:ext>
          </a:extLst>
        </p:spPr>
      </p:pic>
      <p:sp>
        <p:nvSpPr>
          <p:cNvPr id="4" name="CuadroTexto 3">
            <a:extLst>
              <a:ext uri="{FF2B5EF4-FFF2-40B4-BE49-F238E27FC236}">
                <a16:creationId xmlns:a16="http://schemas.microsoft.com/office/drawing/2014/main" id="{2735A055-09F8-B3C0-742E-AAD0A11FEFEC}"/>
              </a:ext>
            </a:extLst>
          </p:cNvPr>
          <p:cNvSpPr txBox="1"/>
          <p:nvPr/>
        </p:nvSpPr>
        <p:spPr>
          <a:xfrm>
            <a:off x="8217074" y="4935255"/>
            <a:ext cx="3361368" cy="369332"/>
          </a:xfrm>
          <a:prstGeom prst="rect">
            <a:avLst/>
          </a:prstGeom>
          <a:noFill/>
        </p:spPr>
        <p:txBody>
          <a:bodyPr wrap="square" rtlCol="0">
            <a:spAutoFit/>
          </a:bodyPr>
          <a:lstStyle/>
          <a:p>
            <a:r>
              <a:rPr lang="es-AR" dirty="0">
                <a:solidFill>
                  <a:schemeClr val="accent1"/>
                </a:solidFill>
              </a:rPr>
              <a:t>Identificación de ciclos climáticos</a:t>
            </a:r>
          </a:p>
        </p:txBody>
      </p:sp>
    </p:spTree>
    <p:extLst>
      <p:ext uri="{BB962C8B-B14F-4D97-AF65-F5344CB8AC3E}">
        <p14:creationId xmlns:p14="http://schemas.microsoft.com/office/powerpoint/2010/main" val="2144697085"/>
      </p:ext>
    </p:extLst>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pic>
        <p:nvPicPr>
          <p:cNvPr id="1026" name="Picture 2" descr="Organización social: concepto, formas y ejemplos">
            <a:extLst>
              <a:ext uri="{FF2B5EF4-FFF2-40B4-BE49-F238E27FC236}">
                <a16:creationId xmlns:a16="http://schemas.microsoft.com/office/drawing/2014/main" id="{FCF9BC83-E59D-3C13-5BDE-35C4B7D7DAEE}"/>
              </a:ext>
            </a:extLst>
          </p:cNvPr>
          <p:cNvPicPr>
            <a:picLocks noGrp="1" noChangeAspect="1" noChangeArrowheads="1"/>
          </p:cNvPicPr>
          <p:nvPr>
            <p:ph idx="1"/>
          </p:nvPr>
        </p:nvPicPr>
        <p:blipFill>
          <a:blip r:embed="rId5">
            <a:extLst>
              <a:ext uri="{28A0092B-C50C-407E-A947-70E740481C1C}">
                <a14:useLocalDpi xmlns:a14="http://schemas.microsoft.com/office/drawing/2010/main" val="0"/>
              </a:ext>
            </a:extLst>
          </a:blip>
          <a:srcRect/>
          <a:stretch>
            <a:fillRect/>
          </a:stretch>
        </p:blipFill>
        <p:spPr bwMode="auto">
          <a:xfrm>
            <a:off x="0" y="4661807"/>
            <a:ext cx="2817338" cy="2196193"/>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Caral, una gran civilización en el norte de Perú">
            <a:extLst>
              <a:ext uri="{FF2B5EF4-FFF2-40B4-BE49-F238E27FC236}">
                <a16:creationId xmlns:a16="http://schemas.microsoft.com/office/drawing/2014/main" id="{E96B681F-A377-9973-5C8C-31C8D532998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45080" y="4123706"/>
            <a:ext cx="4033651" cy="2117667"/>
          </a:xfrm>
          <a:prstGeom prst="rect">
            <a:avLst/>
          </a:prstGeom>
          <a:noFill/>
          <a:extLst>
            <a:ext uri="{909E8E84-426E-40DD-AFC4-6F175D3DCCD1}">
              <a14:hiddenFill xmlns:a14="http://schemas.microsoft.com/office/drawing/2010/main">
                <a:solidFill>
                  <a:srgbClr val="FFFFFF"/>
                </a:solidFill>
              </a14:hiddenFill>
            </a:ext>
          </a:extLst>
        </p:spPr>
      </p:pic>
      <p:sp>
        <p:nvSpPr>
          <p:cNvPr id="4" name="CuadroTexto 3">
            <a:extLst>
              <a:ext uri="{FF2B5EF4-FFF2-40B4-BE49-F238E27FC236}">
                <a16:creationId xmlns:a16="http://schemas.microsoft.com/office/drawing/2014/main" id="{16542B67-1E73-2F9A-BA27-F9EA9F909D8F}"/>
              </a:ext>
            </a:extLst>
          </p:cNvPr>
          <p:cNvSpPr txBox="1"/>
          <p:nvPr/>
        </p:nvSpPr>
        <p:spPr>
          <a:xfrm>
            <a:off x="6978730" y="3151214"/>
            <a:ext cx="2972791" cy="1754326"/>
          </a:xfrm>
          <a:prstGeom prst="rect">
            <a:avLst/>
          </a:prstGeom>
          <a:noFill/>
        </p:spPr>
        <p:txBody>
          <a:bodyPr wrap="square" rtlCol="0">
            <a:spAutoFit/>
          </a:bodyPr>
          <a:lstStyle/>
          <a:p>
            <a:pPr marL="285750" indent="-285750">
              <a:buFont typeface="Arial" panose="020B0604020202020204" pitchFamily="34" charset="0"/>
              <a:buChar char="•"/>
            </a:pPr>
            <a:r>
              <a:rPr lang="es-AR" dirty="0"/>
              <a:t>Irrigación</a:t>
            </a:r>
          </a:p>
          <a:p>
            <a:pPr marL="285750" indent="-285750">
              <a:buFont typeface="Arial" panose="020B0604020202020204" pitchFamily="34" charset="0"/>
              <a:buChar char="•"/>
            </a:pPr>
            <a:r>
              <a:rPr lang="es-AR" dirty="0"/>
              <a:t>Fermentación</a:t>
            </a:r>
          </a:p>
          <a:p>
            <a:pPr marL="285750" indent="-285750">
              <a:buFont typeface="Arial" panose="020B0604020202020204" pitchFamily="34" charset="0"/>
              <a:buChar char="•"/>
            </a:pPr>
            <a:r>
              <a:rPr lang="es-AR" dirty="0"/>
              <a:t>Preservación de alimentos</a:t>
            </a:r>
          </a:p>
          <a:p>
            <a:pPr marL="285750" indent="-285750">
              <a:buFont typeface="Arial" panose="020B0604020202020204" pitchFamily="34" charset="0"/>
              <a:buChar char="•"/>
            </a:pPr>
            <a:r>
              <a:rPr lang="es-AR" dirty="0"/>
              <a:t>Metalurgia, alfarería</a:t>
            </a:r>
          </a:p>
          <a:p>
            <a:pPr marL="285750" indent="-285750">
              <a:buFont typeface="Arial" panose="020B0604020202020204" pitchFamily="34" charset="0"/>
              <a:buChar char="•"/>
            </a:pPr>
            <a:r>
              <a:rPr lang="es-AR" dirty="0"/>
              <a:t>Obras civiles</a:t>
            </a:r>
          </a:p>
          <a:p>
            <a:pPr marL="285750" indent="-285750">
              <a:buFont typeface="Arial" panose="020B0604020202020204" pitchFamily="34" charset="0"/>
              <a:buChar char="•"/>
            </a:pPr>
            <a:r>
              <a:rPr lang="es-AR" dirty="0"/>
              <a:t>Transporte</a:t>
            </a:r>
          </a:p>
        </p:txBody>
      </p:sp>
      <p:sp>
        <p:nvSpPr>
          <p:cNvPr id="5" name="CuadroTexto 4">
            <a:extLst>
              <a:ext uri="{FF2B5EF4-FFF2-40B4-BE49-F238E27FC236}">
                <a16:creationId xmlns:a16="http://schemas.microsoft.com/office/drawing/2014/main" id="{4D1035DE-3656-1875-65DE-10AAB817938F}"/>
              </a:ext>
            </a:extLst>
          </p:cNvPr>
          <p:cNvSpPr txBox="1"/>
          <p:nvPr/>
        </p:nvSpPr>
        <p:spPr>
          <a:xfrm>
            <a:off x="8701144" y="892051"/>
            <a:ext cx="2791691" cy="923330"/>
          </a:xfrm>
          <a:prstGeom prst="rect">
            <a:avLst/>
          </a:prstGeom>
          <a:noFill/>
        </p:spPr>
        <p:txBody>
          <a:bodyPr wrap="square" rtlCol="0">
            <a:spAutoFit/>
          </a:bodyPr>
          <a:lstStyle/>
          <a:p>
            <a:r>
              <a:rPr lang="es-AR" dirty="0">
                <a:solidFill>
                  <a:srgbClr val="FF0000"/>
                </a:solidFill>
              </a:rPr>
              <a:t>En menos de dos siglos modificó la faz de la Humanidad</a:t>
            </a:r>
          </a:p>
        </p:txBody>
      </p:sp>
      <p:pic>
        <p:nvPicPr>
          <p:cNvPr id="1030" name="Picture 6">
            <a:extLst>
              <a:ext uri="{FF2B5EF4-FFF2-40B4-BE49-F238E27FC236}">
                <a16:creationId xmlns:a16="http://schemas.microsoft.com/office/drawing/2014/main" id="{E15096EB-4E7B-953A-E6DB-D4EAFCFB9BD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005444" y="341810"/>
            <a:ext cx="3695700" cy="21971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01032174"/>
      </p:ext>
    </p:extLst>
  </p:cSld>
  <p:clrMapOvr>
    <a:overrideClrMapping bg1="lt1" tx1="dk1" bg2="lt2" tx2="dk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72F3B50-8BF9-D9D7-80F0-9F1EBEAF4078}"/>
              </a:ext>
            </a:extLst>
          </p:cNvPr>
          <p:cNvSpPr>
            <a:spLocks noGrp="1"/>
          </p:cNvSpPr>
          <p:nvPr>
            <p:ph type="title"/>
          </p:nvPr>
        </p:nvSpPr>
        <p:spPr>
          <a:xfrm>
            <a:off x="838200" y="18255"/>
            <a:ext cx="10515600" cy="1325563"/>
          </a:xfrm>
        </p:spPr>
        <p:txBody>
          <a:bodyPr/>
          <a:lstStyle/>
          <a:p>
            <a:r>
              <a:rPr lang="es-AR" b="1" dirty="0"/>
              <a:t>Los principales hitos tecnológicos</a:t>
            </a:r>
          </a:p>
        </p:txBody>
      </p:sp>
      <p:sp>
        <p:nvSpPr>
          <p:cNvPr id="3" name="Marcador de contenido 2">
            <a:extLst>
              <a:ext uri="{FF2B5EF4-FFF2-40B4-BE49-F238E27FC236}">
                <a16:creationId xmlns:a16="http://schemas.microsoft.com/office/drawing/2014/main" id="{898037F9-B428-2E34-2C93-35C62CAB94D3}"/>
              </a:ext>
            </a:extLst>
          </p:cNvPr>
          <p:cNvSpPr>
            <a:spLocks noGrp="1"/>
          </p:cNvSpPr>
          <p:nvPr>
            <p:ph idx="1"/>
          </p:nvPr>
        </p:nvSpPr>
        <p:spPr>
          <a:xfrm>
            <a:off x="660565" y="1309578"/>
            <a:ext cx="10870870" cy="934411"/>
          </a:xfrm>
        </p:spPr>
        <p:txBody>
          <a:bodyPr/>
          <a:lstStyle/>
          <a:p>
            <a:r>
              <a:rPr lang="es-AR" dirty="0"/>
              <a:t>La Revolución Industrial nace formalmente con la aplicación industrial del motor a vapor en la segunda mitad del siglo XVIII.</a:t>
            </a:r>
          </a:p>
        </p:txBody>
      </p:sp>
      <p:pic>
        <p:nvPicPr>
          <p:cNvPr id="2050" name="Picture 2" descr="La Revolución Industrial: qué es y cuáles son sus características y etapas">
            <a:extLst>
              <a:ext uri="{FF2B5EF4-FFF2-40B4-BE49-F238E27FC236}">
                <a16:creationId xmlns:a16="http://schemas.microsoft.com/office/drawing/2014/main" id="{70FE8F25-32B3-E6B8-3871-E680A396494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04255" y="2664695"/>
            <a:ext cx="4314701" cy="2427019"/>
          </a:xfrm>
          <a:prstGeom prst="rect">
            <a:avLst/>
          </a:prstGeom>
          <a:noFill/>
          <a:extLst>
            <a:ext uri="{909E8E84-426E-40DD-AFC4-6F175D3DCCD1}">
              <a14:hiddenFill xmlns:a14="http://schemas.microsoft.com/office/drawing/2010/main">
                <a:solidFill>
                  <a:srgbClr val="FFFFFF"/>
                </a:solidFill>
              </a14:hiddenFill>
            </a:ext>
          </a:extLst>
        </p:spPr>
      </p:pic>
      <p:sp>
        <p:nvSpPr>
          <p:cNvPr id="5" name="CuadroTexto 4">
            <a:extLst>
              <a:ext uri="{FF2B5EF4-FFF2-40B4-BE49-F238E27FC236}">
                <a16:creationId xmlns:a16="http://schemas.microsoft.com/office/drawing/2014/main" id="{5C1C8342-2B58-9B97-D6F7-82BF7D7CDC3B}"/>
              </a:ext>
            </a:extLst>
          </p:cNvPr>
          <p:cNvSpPr txBox="1"/>
          <p:nvPr/>
        </p:nvSpPr>
        <p:spPr>
          <a:xfrm>
            <a:off x="532436" y="2185229"/>
            <a:ext cx="6643868" cy="4431983"/>
          </a:xfrm>
          <a:prstGeom prst="rect">
            <a:avLst/>
          </a:prstGeom>
          <a:noFill/>
        </p:spPr>
        <p:txBody>
          <a:bodyPr wrap="square" rtlCol="0">
            <a:spAutoFit/>
          </a:bodyPr>
          <a:lstStyle/>
          <a:p>
            <a:pPr lvl="1"/>
            <a:r>
              <a:rPr lang="es-AR" sz="2400" dirty="0"/>
              <a:t>El descubrimiento del </a:t>
            </a:r>
            <a:r>
              <a:rPr lang="es-AR" sz="2400" dirty="0">
                <a:solidFill>
                  <a:srgbClr val="FF0000"/>
                </a:solidFill>
              </a:rPr>
              <a:t>motor a vapor </a:t>
            </a:r>
            <a:r>
              <a:rPr lang="es-AR" sz="2400" dirty="0"/>
              <a:t>cambia radicalmente la capacidad para generar energía mecánica.</a:t>
            </a:r>
          </a:p>
          <a:p>
            <a:pPr lvl="1"/>
            <a:r>
              <a:rPr lang="es-AR" sz="2400" dirty="0"/>
              <a:t>Significó una demanda acelerada de combustible, </a:t>
            </a:r>
            <a:r>
              <a:rPr lang="es-AR" sz="2400" dirty="0">
                <a:solidFill>
                  <a:srgbClr val="FF0000"/>
                </a:solidFill>
              </a:rPr>
              <a:t>carbón y leña </a:t>
            </a:r>
            <a:r>
              <a:rPr lang="es-AR" sz="2400" dirty="0"/>
              <a:t>principalmente.</a:t>
            </a:r>
          </a:p>
          <a:p>
            <a:pPr lvl="1"/>
            <a:r>
              <a:rPr lang="es-AR" sz="2400" dirty="0"/>
              <a:t>La pujante industria textil europea, haciendo uso de los motores a vapor, fue uno de los sectores que dinamizó el desarrollo en otras áreas.  La demanda de algodón, carbón, madera, minerales, tinturas, lubricantes y otros insumos, se incrementó exponencialmente.</a:t>
            </a:r>
          </a:p>
          <a:p>
            <a:endParaRPr lang="es-AR" dirty="0"/>
          </a:p>
        </p:txBody>
      </p:sp>
    </p:spTree>
    <p:extLst>
      <p:ext uri="{BB962C8B-B14F-4D97-AF65-F5344CB8AC3E}">
        <p14:creationId xmlns:p14="http://schemas.microsoft.com/office/powerpoint/2010/main" val="1003717686"/>
      </p:ext>
    </p:extLst>
  </p:cSld>
  <p:clrMapOvr>
    <a:overrideClrMapping bg1="lt1" tx1="dk1" bg2="lt2" tx2="dk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8F93FEB7-A2A6-97DC-657D-D47D3A44E60F}"/>
              </a:ext>
            </a:extLst>
          </p:cNvPr>
          <p:cNvSpPr>
            <a:spLocks noGrp="1"/>
          </p:cNvSpPr>
          <p:nvPr>
            <p:ph sz="half" idx="1"/>
          </p:nvPr>
        </p:nvSpPr>
        <p:spPr>
          <a:xfrm>
            <a:off x="815050" y="1599000"/>
            <a:ext cx="5280949" cy="4351338"/>
          </a:xfrm>
        </p:spPr>
        <p:txBody>
          <a:bodyPr>
            <a:normAutofit lnSpcReduction="10000"/>
          </a:bodyPr>
          <a:lstStyle/>
          <a:p>
            <a:r>
              <a:rPr lang="es-AR" dirty="0"/>
              <a:t>En la agricultura:  La introducción de fertilizantes y sistemas de bombeo hidráulico de mayor potencia, </a:t>
            </a:r>
            <a:r>
              <a:rPr lang="es-AR" dirty="0">
                <a:solidFill>
                  <a:srgbClr val="FF0000"/>
                </a:solidFill>
              </a:rPr>
              <a:t>incremento la productividad para satisfacer la demanda.</a:t>
            </a:r>
          </a:p>
          <a:p>
            <a:r>
              <a:rPr lang="es-AR" dirty="0"/>
              <a:t>En el transporte y comunicación: El ferrocarril generó fuerte incremento de la </a:t>
            </a:r>
            <a:r>
              <a:rPr lang="es-AR" dirty="0">
                <a:solidFill>
                  <a:srgbClr val="FF0000"/>
                </a:solidFill>
              </a:rPr>
              <a:t>producción siderúrgica</a:t>
            </a:r>
            <a:r>
              <a:rPr lang="es-AR" dirty="0"/>
              <a:t> a gran escala y la demanda por minerales de hierro, caliza, madera y carbón.  </a:t>
            </a:r>
          </a:p>
        </p:txBody>
      </p:sp>
      <p:pic>
        <p:nvPicPr>
          <p:cNvPr id="6" name="Picture 2" descr="Cuando los médicos temieron al ferrocarril... &gt;&gt; La Doctora Shora &gt;&gt; Blogs  EL PAÍS">
            <a:extLst>
              <a:ext uri="{FF2B5EF4-FFF2-40B4-BE49-F238E27FC236}">
                <a16:creationId xmlns:a16="http://schemas.microsoft.com/office/drawing/2014/main" id="{547522B5-B8D3-86AA-1511-75C32384EC6F}"/>
              </a:ext>
            </a:extLst>
          </p:cNvPr>
          <p:cNvPicPr>
            <a:picLocks noGrp="1" noChangeAspect="1" noChangeArrowheads="1"/>
          </p:cNvPicPr>
          <p:nvPr>
            <p:ph sz="half" idx="2"/>
          </p:nvPr>
        </p:nvPicPr>
        <p:blipFill>
          <a:blip r:embed="rId4">
            <a:extLst>
              <a:ext uri="{28A0092B-C50C-407E-A947-70E740481C1C}">
                <a14:useLocalDpi xmlns:a14="http://schemas.microsoft.com/office/drawing/2010/main" val="0"/>
              </a:ext>
            </a:extLst>
          </a:blip>
          <a:srcRect/>
          <a:stretch>
            <a:fillRect/>
          </a:stretch>
        </p:blipFill>
        <p:spPr bwMode="auto">
          <a:xfrm>
            <a:off x="6915436" y="1357775"/>
            <a:ext cx="3715818" cy="2559786"/>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El telégrafo, el abuelo de Internet: el principio de la era de la  información | Blog oficial de Kaspersky">
            <a:extLst>
              <a:ext uri="{FF2B5EF4-FFF2-40B4-BE49-F238E27FC236}">
                <a16:creationId xmlns:a16="http://schemas.microsoft.com/office/drawing/2014/main" id="{EE71F87E-1ECF-A29F-6DFE-EB4232F634C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915436" y="4220332"/>
            <a:ext cx="3715818" cy="24414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7968539"/>
      </p:ext>
    </p:extLst>
  </p:cSld>
  <p:clrMapOvr>
    <a:overrideClrMapping bg1="lt1" tx1="dk1" bg2="lt2" tx2="dk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6" name="Marcador de contenido 5">
            <a:extLst>
              <a:ext uri="{FF2B5EF4-FFF2-40B4-BE49-F238E27FC236}">
                <a16:creationId xmlns:a16="http://schemas.microsoft.com/office/drawing/2014/main" id="{D47351B6-6770-09C6-22BC-C9A63A2D0248}"/>
              </a:ext>
            </a:extLst>
          </p:cNvPr>
          <p:cNvSpPr>
            <a:spLocks noGrp="1"/>
          </p:cNvSpPr>
          <p:nvPr>
            <p:ph idx="1"/>
          </p:nvPr>
        </p:nvSpPr>
        <p:spPr>
          <a:xfrm>
            <a:off x="612569" y="3060659"/>
            <a:ext cx="10515600" cy="976952"/>
          </a:xfrm>
        </p:spPr>
        <p:txBody>
          <a:bodyPr/>
          <a:lstStyle/>
          <a:p>
            <a:pPr marL="0" indent="0" algn="ctr">
              <a:buNone/>
            </a:pPr>
            <a:r>
              <a:rPr lang="es-AR" dirty="0">
                <a:solidFill>
                  <a:srgbClr val="FF0000"/>
                </a:solidFill>
              </a:rPr>
              <a:t>Modo de producción basado en la competencia, que exigía innovaciones tecnológicas.</a:t>
            </a:r>
          </a:p>
        </p:txBody>
      </p:sp>
    </p:spTree>
    <p:extLst>
      <p:ext uri="{BB962C8B-B14F-4D97-AF65-F5344CB8AC3E}">
        <p14:creationId xmlns:p14="http://schemas.microsoft.com/office/powerpoint/2010/main" val="2790186489"/>
      </p:ext>
    </p:extLst>
  </p:cSld>
  <p:clrMapOvr>
    <a:overrideClrMapping bg1="lt1" tx1="dk1" bg2="lt2" tx2="dk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24BD5239-F7A7-CC16-3E4E-4243978E06C3}"/>
              </a:ext>
            </a:extLst>
          </p:cNvPr>
          <p:cNvSpPr>
            <a:spLocks noGrp="1"/>
          </p:cNvSpPr>
          <p:nvPr>
            <p:ph idx="1"/>
          </p:nvPr>
        </p:nvSpPr>
        <p:spPr>
          <a:xfrm>
            <a:off x="510639" y="1282535"/>
            <a:ext cx="10843161" cy="4894428"/>
          </a:xfrm>
        </p:spPr>
        <p:txBody>
          <a:bodyPr>
            <a:normAutofit/>
          </a:bodyPr>
          <a:lstStyle/>
          <a:p>
            <a:r>
              <a:rPr lang="es-AR" dirty="0"/>
              <a:t>Los grandes avances científicos que comenzaron a cristalizar durante el siglo XIX, dando lugar a las aplicaciones del </a:t>
            </a:r>
            <a:r>
              <a:rPr lang="es-AR" dirty="0">
                <a:solidFill>
                  <a:srgbClr val="FF0000"/>
                </a:solidFill>
              </a:rPr>
              <a:t>motor de combustión interna y a la electricidad</a:t>
            </a:r>
            <a:r>
              <a:rPr lang="es-AR" dirty="0"/>
              <a:t>.</a:t>
            </a:r>
          </a:p>
          <a:p>
            <a:r>
              <a:rPr lang="es-AR" dirty="0"/>
              <a:t>A comienzos del siglo XX, </a:t>
            </a:r>
            <a:r>
              <a:rPr lang="es-AR" dirty="0">
                <a:solidFill>
                  <a:srgbClr val="FF0000"/>
                </a:solidFill>
              </a:rPr>
              <a:t>la industria automotriz </a:t>
            </a:r>
            <a:r>
              <a:rPr lang="es-AR" dirty="0"/>
              <a:t>se establece como la industria de punta, con un gran efecto dinamizador sobre el sector combustibles, siderúrgico y químico.  </a:t>
            </a:r>
          </a:p>
          <a:p>
            <a:r>
              <a:rPr lang="es-AR" dirty="0"/>
              <a:t>La </a:t>
            </a:r>
            <a:r>
              <a:rPr lang="es-AR" dirty="0">
                <a:solidFill>
                  <a:srgbClr val="FF0000"/>
                </a:solidFill>
              </a:rPr>
              <a:t>industria del petróleo </a:t>
            </a:r>
            <a:r>
              <a:rPr lang="es-AR" dirty="0"/>
              <a:t>y la de </a:t>
            </a:r>
            <a:r>
              <a:rPr lang="es-AR" dirty="0">
                <a:solidFill>
                  <a:srgbClr val="FF0000"/>
                </a:solidFill>
              </a:rPr>
              <a:t>caucho</a:t>
            </a:r>
            <a:r>
              <a:rPr lang="es-AR" dirty="0"/>
              <a:t> empiezan a desarrollarse. </a:t>
            </a:r>
          </a:p>
          <a:p>
            <a:r>
              <a:rPr lang="es-AR" dirty="0"/>
              <a:t>A fines del siglo XIX, la </a:t>
            </a:r>
            <a:r>
              <a:rPr lang="es-AR" dirty="0">
                <a:solidFill>
                  <a:srgbClr val="FF0000"/>
                </a:solidFill>
              </a:rPr>
              <a:t>industria eléctrica </a:t>
            </a:r>
            <a:r>
              <a:rPr lang="es-AR" dirty="0"/>
              <a:t>estaba establecida, acelerando el desarrollo de la </a:t>
            </a:r>
            <a:r>
              <a:rPr lang="es-AR" dirty="0">
                <a:solidFill>
                  <a:srgbClr val="FF0000"/>
                </a:solidFill>
              </a:rPr>
              <a:t>industria del cobre</a:t>
            </a:r>
            <a:r>
              <a:rPr lang="es-AR" dirty="0"/>
              <a:t>, como conductor eléctrico así como la producción de </a:t>
            </a:r>
            <a:r>
              <a:rPr lang="es-AR" dirty="0">
                <a:solidFill>
                  <a:srgbClr val="FF0000"/>
                </a:solidFill>
              </a:rPr>
              <a:t>materiales aislantes</a:t>
            </a:r>
            <a:r>
              <a:rPr lang="es-AR" dirty="0"/>
              <a:t>, primero de origen natural posteriormente, de origen sintético.</a:t>
            </a:r>
          </a:p>
          <a:p>
            <a:endParaRPr lang="es-AR" dirty="0"/>
          </a:p>
        </p:txBody>
      </p:sp>
    </p:spTree>
    <p:extLst>
      <p:ext uri="{BB962C8B-B14F-4D97-AF65-F5344CB8AC3E}">
        <p14:creationId xmlns:p14="http://schemas.microsoft.com/office/powerpoint/2010/main" val="3130721401"/>
      </p:ext>
    </p:extLst>
  </p:cSld>
  <p:clrMapOvr>
    <a:overrideClrMapping bg1="lt1" tx1="dk1" bg2="lt2" tx2="dk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7" name="Picture 2" descr="Cómo se convirtió el petróleo en el combustible de la modernidad?">
            <a:extLst>
              <a:ext uri="{FF2B5EF4-FFF2-40B4-BE49-F238E27FC236}">
                <a16:creationId xmlns:a16="http://schemas.microsoft.com/office/drawing/2014/main" id="{079B2436-F13E-CB30-84E5-EAF47C1F51DE}"/>
              </a:ext>
            </a:extLst>
          </p:cNvPr>
          <p:cNvPicPr>
            <a:picLocks noGrp="1" noChangeAspect="1" noChangeArrowheads="1"/>
          </p:cNvPicPr>
          <p:nvPr>
            <p:ph sz="half" idx="1"/>
          </p:nvPr>
        </p:nvPicPr>
        <p:blipFill>
          <a:blip r:embed="rId4">
            <a:extLst>
              <a:ext uri="{28A0092B-C50C-407E-A947-70E740481C1C}">
                <a14:useLocalDpi xmlns:a14="http://schemas.microsoft.com/office/drawing/2010/main" val="0"/>
              </a:ext>
            </a:extLst>
          </a:blip>
          <a:stretch>
            <a:fillRect/>
          </a:stretch>
        </p:blipFill>
        <p:spPr bwMode="auto">
          <a:xfrm>
            <a:off x="838200" y="2544689"/>
            <a:ext cx="5181600" cy="2913210"/>
          </a:xfrm>
          <a:prstGeom prst="rect">
            <a:avLst/>
          </a:prstGeom>
          <a:noFill/>
          <a:extLst>
            <a:ext uri="{909E8E84-426E-40DD-AFC4-6F175D3DCCD1}">
              <a14:hiddenFill xmlns:a14="http://schemas.microsoft.com/office/drawing/2010/main">
                <a:solidFill>
                  <a:srgbClr val="FFFFFF"/>
                </a:solidFill>
              </a14:hiddenFill>
            </a:ext>
          </a:extLst>
        </p:spPr>
      </p:pic>
      <p:sp>
        <p:nvSpPr>
          <p:cNvPr id="6" name="Marcador de contenido 5">
            <a:extLst>
              <a:ext uri="{FF2B5EF4-FFF2-40B4-BE49-F238E27FC236}">
                <a16:creationId xmlns:a16="http://schemas.microsoft.com/office/drawing/2014/main" id="{01CB907D-BC4E-88C1-4EF1-5D793CC8E424}"/>
              </a:ext>
            </a:extLst>
          </p:cNvPr>
          <p:cNvSpPr>
            <a:spLocks noGrp="1"/>
          </p:cNvSpPr>
          <p:nvPr>
            <p:ph sz="half" idx="2"/>
          </p:nvPr>
        </p:nvSpPr>
        <p:spPr/>
        <p:txBody>
          <a:bodyPr>
            <a:normAutofit/>
          </a:bodyPr>
          <a:lstStyle/>
          <a:p>
            <a:r>
              <a:rPr lang="es-AR" dirty="0"/>
              <a:t>Durante las primeras décadas del siglo XX, se consolida la industria química orgánica.  El petróleo trae consigo una amplia disponibilidad de compuestos, que sirven de base para la síntesis de nuevos materiales, culminando en la producción de polímeros sintéticos:  nace así la </a:t>
            </a:r>
            <a:r>
              <a:rPr lang="es-AR" dirty="0">
                <a:solidFill>
                  <a:srgbClr val="FF0000"/>
                </a:solidFill>
              </a:rPr>
              <a:t>industria del plástico</a:t>
            </a:r>
            <a:r>
              <a:rPr lang="es-AR" dirty="0"/>
              <a:t>.</a:t>
            </a:r>
          </a:p>
        </p:txBody>
      </p:sp>
    </p:spTree>
    <p:extLst>
      <p:ext uri="{BB962C8B-B14F-4D97-AF65-F5344CB8AC3E}">
        <p14:creationId xmlns:p14="http://schemas.microsoft.com/office/powerpoint/2010/main" val="1637936099"/>
      </p:ext>
    </p:extLst>
  </p:cSld>
  <p:clrMapOvr>
    <a:overrideClrMapping bg1="lt1" tx1="dk1" bg2="lt2" tx2="dk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C7610AE2-631E-2034-27EE-F52B558ADEEF}"/>
              </a:ext>
            </a:extLst>
          </p:cNvPr>
          <p:cNvSpPr>
            <a:spLocks noGrp="1"/>
          </p:cNvSpPr>
          <p:nvPr>
            <p:ph sz="half" idx="1"/>
          </p:nvPr>
        </p:nvSpPr>
        <p:spPr>
          <a:xfrm>
            <a:off x="490960" y="2381738"/>
            <a:ext cx="5181600" cy="1533070"/>
          </a:xfrm>
        </p:spPr>
        <p:txBody>
          <a:bodyPr>
            <a:normAutofit lnSpcReduction="10000"/>
          </a:bodyPr>
          <a:lstStyle/>
          <a:p>
            <a:r>
              <a:rPr lang="es-AR" dirty="0"/>
              <a:t>En el siglo XX han sido motivados por los requerimientos militares de las grandes potencias.</a:t>
            </a:r>
          </a:p>
        </p:txBody>
      </p:sp>
      <p:pic>
        <p:nvPicPr>
          <p:cNvPr id="5122" name="Picture 2" descr="Las nuevas armas que debutaron en la Primera Guerra Mundial - Archivo ABC">
            <a:extLst>
              <a:ext uri="{FF2B5EF4-FFF2-40B4-BE49-F238E27FC236}">
                <a16:creationId xmlns:a16="http://schemas.microsoft.com/office/drawing/2014/main" id="{0704553D-B21C-5C71-4CC5-7AA503D0AC7F}"/>
              </a:ext>
            </a:extLst>
          </p:cNvPr>
          <p:cNvPicPr>
            <a:picLocks noGrp="1" noChangeAspect="1" noChangeArrowheads="1"/>
          </p:cNvPicPr>
          <p:nvPr>
            <p:ph sz="half" idx="2"/>
          </p:nvPr>
        </p:nvPicPr>
        <p:blipFill>
          <a:blip r:embed="rId4">
            <a:extLst>
              <a:ext uri="{28A0092B-C50C-407E-A947-70E740481C1C}">
                <a14:useLocalDpi xmlns:a14="http://schemas.microsoft.com/office/drawing/2010/main" val="0"/>
              </a:ext>
            </a:extLst>
          </a:blip>
          <a:srcRect/>
          <a:stretch>
            <a:fillRect/>
          </a:stretch>
        </p:blipFill>
        <p:spPr bwMode="auto">
          <a:xfrm>
            <a:off x="5915628" y="1410257"/>
            <a:ext cx="5232342" cy="2599717"/>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descr="Tecnología durante la Primera Guerra Mundial - Wikipedia, la enciclopedia  libre">
            <a:extLst>
              <a:ext uri="{FF2B5EF4-FFF2-40B4-BE49-F238E27FC236}">
                <a16:creationId xmlns:a16="http://schemas.microsoft.com/office/drawing/2014/main" id="{A2C705DD-FD66-09A9-D17D-93FE4689A68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79089" y="4009974"/>
            <a:ext cx="3936539" cy="2848026"/>
          </a:xfrm>
          <a:prstGeom prst="rect">
            <a:avLst/>
          </a:prstGeom>
          <a:noFill/>
          <a:extLst>
            <a:ext uri="{909E8E84-426E-40DD-AFC4-6F175D3DCCD1}">
              <a14:hiddenFill xmlns:a14="http://schemas.microsoft.com/office/drawing/2010/main">
                <a:solidFill>
                  <a:srgbClr val="FFFFFF"/>
                </a:solidFill>
              </a14:hiddenFill>
            </a:ext>
          </a:extLst>
        </p:spPr>
      </p:pic>
      <p:pic>
        <p:nvPicPr>
          <p:cNvPr id="5126" name="Picture 6" descr="Nuevo armamento y tecnología para la guerra">
            <a:extLst>
              <a:ext uri="{FF2B5EF4-FFF2-40B4-BE49-F238E27FC236}">
                <a16:creationId xmlns:a16="http://schemas.microsoft.com/office/drawing/2014/main" id="{B30F7D22-6119-F563-089B-24A22A5D67D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915628" y="3914808"/>
            <a:ext cx="5232342" cy="29431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30080986"/>
      </p:ext>
    </p:extLst>
  </p:cSld>
  <p:clrMapOvr>
    <a:overrideClrMapping bg1="lt1" tx1="dk1" bg2="lt2" tx2="dk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6" name="Marcador de contenido 5">
            <a:extLst>
              <a:ext uri="{FF2B5EF4-FFF2-40B4-BE49-F238E27FC236}">
                <a16:creationId xmlns:a16="http://schemas.microsoft.com/office/drawing/2014/main" id="{00CB6F4F-AFC2-5F5E-FE44-E11318D2FFC1}"/>
              </a:ext>
            </a:extLst>
          </p:cNvPr>
          <p:cNvSpPr>
            <a:spLocks noGrp="1"/>
          </p:cNvSpPr>
          <p:nvPr>
            <p:ph idx="1"/>
          </p:nvPr>
        </p:nvSpPr>
        <p:spPr>
          <a:xfrm>
            <a:off x="672247" y="1428328"/>
            <a:ext cx="10515600" cy="2508869"/>
          </a:xfrm>
        </p:spPr>
        <p:txBody>
          <a:bodyPr>
            <a:normAutofit/>
          </a:bodyPr>
          <a:lstStyle/>
          <a:p>
            <a:pPr algn="just"/>
            <a:r>
              <a:rPr lang="es-AR" dirty="0"/>
              <a:t>El esfuerzo científico-tecnológico se orientó totalmente hacia las aplicaciones militares, logrando en menos de 6 años innovaciones que tendrían repercusiones por el resto del  siglo XX.  A fines de 1945, había tenido su nacimiento oficial la </a:t>
            </a:r>
            <a:r>
              <a:rPr lang="es-AR" dirty="0">
                <a:solidFill>
                  <a:srgbClr val="FF0000"/>
                </a:solidFill>
              </a:rPr>
              <a:t>Era Atómica</a:t>
            </a:r>
            <a:r>
              <a:rPr lang="es-AR" dirty="0"/>
              <a:t>, la </a:t>
            </a:r>
            <a:r>
              <a:rPr lang="es-AR" dirty="0">
                <a:solidFill>
                  <a:srgbClr val="FF0000"/>
                </a:solidFill>
              </a:rPr>
              <a:t>Era del Petróleo</a:t>
            </a:r>
            <a:r>
              <a:rPr lang="es-AR" dirty="0"/>
              <a:t>, la </a:t>
            </a:r>
            <a:r>
              <a:rPr lang="es-AR" dirty="0">
                <a:solidFill>
                  <a:srgbClr val="FF0000"/>
                </a:solidFill>
              </a:rPr>
              <a:t>Era de la Química</a:t>
            </a:r>
            <a:r>
              <a:rPr lang="es-AR" dirty="0"/>
              <a:t>, la </a:t>
            </a:r>
            <a:r>
              <a:rPr lang="es-AR" dirty="0">
                <a:solidFill>
                  <a:srgbClr val="FF0000"/>
                </a:solidFill>
              </a:rPr>
              <a:t>Era de la Electrónica</a:t>
            </a:r>
            <a:r>
              <a:rPr lang="es-AR" dirty="0"/>
              <a:t>, la </a:t>
            </a:r>
            <a:r>
              <a:rPr lang="es-AR" dirty="0">
                <a:solidFill>
                  <a:srgbClr val="FF0000"/>
                </a:solidFill>
              </a:rPr>
              <a:t>Era de la Computación</a:t>
            </a:r>
            <a:r>
              <a:rPr lang="es-AR" dirty="0"/>
              <a:t>…</a:t>
            </a:r>
          </a:p>
        </p:txBody>
      </p:sp>
      <p:pic>
        <p:nvPicPr>
          <p:cNvPr id="6146" name="Picture 2" descr="Hiroshima y Nagasaki: el inicio de la era nuclear – Rina Mussali">
            <a:extLst>
              <a:ext uri="{FF2B5EF4-FFF2-40B4-BE49-F238E27FC236}">
                <a16:creationId xmlns:a16="http://schemas.microsoft.com/office/drawing/2014/main" id="{B62C2CA0-3F82-DC48-A92B-E0ECEB53798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74000" y="4271290"/>
            <a:ext cx="3443844" cy="2586710"/>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descr="La revolución de los materiales en la industria química">
            <a:extLst>
              <a:ext uri="{FF2B5EF4-FFF2-40B4-BE49-F238E27FC236}">
                <a16:creationId xmlns:a16="http://schemas.microsoft.com/office/drawing/2014/main" id="{E6F6A582-4861-2C92-1064-D4B3C5772A9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322617" y="4271290"/>
            <a:ext cx="3453391" cy="2586710"/>
          </a:xfrm>
          <a:prstGeom prst="rect">
            <a:avLst/>
          </a:prstGeom>
          <a:noFill/>
          <a:extLst>
            <a:ext uri="{909E8E84-426E-40DD-AFC4-6F175D3DCCD1}">
              <a14:hiddenFill xmlns:a14="http://schemas.microsoft.com/office/drawing/2010/main">
                <a:solidFill>
                  <a:srgbClr val="FFFFFF"/>
                </a:solidFill>
              </a14:hiddenFill>
            </a:ext>
          </a:extLst>
        </p:spPr>
      </p:pic>
      <p:pic>
        <p:nvPicPr>
          <p:cNvPr id="6150" name="Picture 6" descr="Era electronica-Historia de la computación timeline | Timetoast">
            <a:extLst>
              <a:ext uri="{FF2B5EF4-FFF2-40B4-BE49-F238E27FC236}">
                <a16:creationId xmlns:a16="http://schemas.microsoft.com/office/drawing/2014/main" id="{67B21B87-2C6A-246C-26E4-B92253B5A5C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776008" y="4271290"/>
            <a:ext cx="3259255" cy="25867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60242037"/>
      </p:ext>
    </p:extLst>
  </p:cSld>
  <p:clrMapOvr>
    <a:overrideClrMapping bg1="lt1" tx1="dk1" bg2="lt2" tx2="dk2" accent1="accent1" accent2="accent2" accent3="accent3" accent4="accent4" accent5="accent5" accent6="accent6" hlink="hlink" folHlink="folHlink"/>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70E2A18-A208-F5E6-EC33-96D2C8CE5949}"/>
              </a:ext>
            </a:extLst>
          </p:cNvPr>
          <p:cNvSpPr>
            <a:spLocks noGrp="1"/>
          </p:cNvSpPr>
          <p:nvPr>
            <p:ph type="title"/>
          </p:nvPr>
        </p:nvSpPr>
        <p:spPr>
          <a:xfrm>
            <a:off x="838200" y="153192"/>
            <a:ext cx="4885706" cy="1325563"/>
          </a:xfrm>
        </p:spPr>
        <p:txBody>
          <a:bodyPr/>
          <a:lstStyle/>
          <a:p>
            <a:pPr algn="ctr"/>
            <a:r>
              <a:rPr lang="es-AR" dirty="0"/>
              <a:t>SIGLO XXI</a:t>
            </a:r>
          </a:p>
        </p:txBody>
      </p:sp>
      <p:sp>
        <p:nvSpPr>
          <p:cNvPr id="3" name="Marcador de contenido 2">
            <a:extLst>
              <a:ext uri="{FF2B5EF4-FFF2-40B4-BE49-F238E27FC236}">
                <a16:creationId xmlns:a16="http://schemas.microsoft.com/office/drawing/2014/main" id="{93B9F9C8-9985-CA6A-4827-AC56D6125E3B}"/>
              </a:ext>
            </a:extLst>
          </p:cNvPr>
          <p:cNvSpPr>
            <a:spLocks noGrp="1"/>
          </p:cNvSpPr>
          <p:nvPr>
            <p:ph sz="half" idx="1"/>
          </p:nvPr>
        </p:nvSpPr>
        <p:spPr>
          <a:xfrm>
            <a:off x="421236" y="1690688"/>
            <a:ext cx="5181600" cy="4351338"/>
          </a:xfrm>
        </p:spPr>
        <p:txBody>
          <a:bodyPr>
            <a:normAutofit/>
          </a:bodyPr>
          <a:lstStyle/>
          <a:p>
            <a:r>
              <a:rPr lang="es-AR" dirty="0"/>
              <a:t>Vuelos espaciales.</a:t>
            </a:r>
          </a:p>
          <a:p>
            <a:r>
              <a:rPr lang="es-AR" dirty="0"/>
              <a:t>Microcircuitos integrados. </a:t>
            </a:r>
          </a:p>
          <a:p>
            <a:r>
              <a:rPr lang="es-AR" dirty="0"/>
              <a:t>Ingeniería genética</a:t>
            </a:r>
          </a:p>
          <a:p>
            <a:r>
              <a:rPr lang="es-AR" dirty="0"/>
              <a:t>Revolución informática y de las comunicaciones, </a:t>
            </a:r>
          </a:p>
          <a:p>
            <a:r>
              <a:rPr lang="es-AR" dirty="0"/>
              <a:t>Globalización</a:t>
            </a:r>
          </a:p>
          <a:p>
            <a:r>
              <a:rPr lang="es-AR" dirty="0"/>
              <a:t>Consumismo</a:t>
            </a:r>
          </a:p>
        </p:txBody>
      </p:sp>
      <p:pic>
        <p:nvPicPr>
          <p:cNvPr id="7174" name="Picture 6">
            <a:extLst>
              <a:ext uri="{FF2B5EF4-FFF2-40B4-BE49-F238E27FC236}">
                <a16:creationId xmlns:a16="http://schemas.microsoft.com/office/drawing/2014/main" id="{62CA23FA-ED4F-B186-1363-CFE54F72B51E}"/>
              </a:ext>
            </a:extLst>
          </p:cNvPr>
          <p:cNvPicPr>
            <a:picLocks noGrp="1" noChangeAspect="1" noChangeArrowheads="1"/>
          </p:cNvPicPr>
          <p:nvPr>
            <p:ph sz="half" idx="2"/>
          </p:nvPr>
        </p:nvPicPr>
        <p:blipFill>
          <a:blip r:embed="rId4">
            <a:extLst>
              <a:ext uri="{28A0092B-C50C-407E-A947-70E740481C1C}">
                <a14:useLocalDpi xmlns:a14="http://schemas.microsoft.com/office/drawing/2010/main" val="0"/>
              </a:ext>
            </a:extLst>
          </a:blip>
          <a:srcRect/>
          <a:stretch>
            <a:fillRect/>
          </a:stretch>
        </p:blipFill>
        <p:spPr bwMode="auto">
          <a:xfrm>
            <a:off x="9148449" y="2043144"/>
            <a:ext cx="3034311" cy="3034311"/>
          </a:xfrm>
          <a:prstGeom prst="rect">
            <a:avLst/>
          </a:prstGeom>
          <a:noFill/>
          <a:extLst>
            <a:ext uri="{909E8E84-426E-40DD-AFC4-6F175D3DCCD1}">
              <a14:hiddenFill xmlns:a14="http://schemas.microsoft.com/office/drawing/2010/main">
                <a:solidFill>
                  <a:srgbClr val="FFFFFF"/>
                </a:solidFill>
              </a14:hiddenFill>
            </a:ext>
          </a:extLst>
        </p:spPr>
      </p:pic>
      <p:pic>
        <p:nvPicPr>
          <p:cNvPr id="7172" name="Picture 4" descr="La física de los cohetes espaciales - Azeheb">
            <a:extLst>
              <a:ext uri="{FF2B5EF4-FFF2-40B4-BE49-F238E27FC236}">
                <a16:creationId xmlns:a16="http://schemas.microsoft.com/office/drawing/2014/main" id="{9526F998-EB33-F714-BE9B-BF6F1DFFF73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562109" y="0"/>
            <a:ext cx="3629891" cy="2043144"/>
          </a:xfrm>
          <a:prstGeom prst="rect">
            <a:avLst/>
          </a:prstGeom>
          <a:noFill/>
          <a:extLst>
            <a:ext uri="{909E8E84-426E-40DD-AFC4-6F175D3DCCD1}">
              <a14:hiddenFill xmlns:a14="http://schemas.microsoft.com/office/drawing/2010/main">
                <a:solidFill>
                  <a:srgbClr val="FFFFFF"/>
                </a:solidFill>
              </a14:hiddenFill>
            </a:ext>
          </a:extLst>
        </p:spPr>
      </p:pic>
      <p:pic>
        <p:nvPicPr>
          <p:cNvPr id="7176" name="Picture 8" descr="Webinar: Introducción a la Ingeniería Genética Directa e Inversa – Cognita  Conecta">
            <a:extLst>
              <a:ext uri="{FF2B5EF4-FFF2-40B4-BE49-F238E27FC236}">
                <a16:creationId xmlns:a16="http://schemas.microsoft.com/office/drawing/2014/main" id="{438E889B-0348-DA5F-8FDD-81486095E77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024917" y="5091059"/>
            <a:ext cx="3167083" cy="1767876"/>
          </a:xfrm>
          <a:prstGeom prst="rect">
            <a:avLst/>
          </a:prstGeom>
          <a:noFill/>
          <a:extLst>
            <a:ext uri="{909E8E84-426E-40DD-AFC4-6F175D3DCCD1}">
              <a14:hiddenFill xmlns:a14="http://schemas.microsoft.com/office/drawing/2010/main">
                <a:solidFill>
                  <a:srgbClr val="FFFFFF"/>
                </a:solidFill>
              </a14:hiddenFill>
            </a:ext>
          </a:extLst>
        </p:spPr>
      </p:pic>
      <p:pic>
        <p:nvPicPr>
          <p:cNvPr id="7178" name="Picture 10" descr="La comunicación en el Siglo XXI">
            <a:extLst>
              <a:ext uri="{FF2B5EF4-FFF2-40B4-BE49-F238E27FC236}">
                <a16:creationId xmlns:a16="http://schemas.microsoft.com/office/drawing/2014/main" id="{3EB9E197-7889-C0CC-16CF-98A8E5FB4BED}"/>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824509" y="4413395"/>
            <a:ext cx="3314700" cy="2451100"/>
          </a:xfrm>
          <a:prstGeom prst="rect">
            <a:avLst/>
          </a:prstGeom>
          <a:noFill/>
          <a:extLst>
            <a:ext uri="{909E8E84-426E-40DD-AFC4-6F175D3DCCD1}">
              <a14:hiddenFill xmlns:a14="http://schemas.microsoft.com/office/drawing/2010/main">
                <a:solidFill>
                  <a:srgbClr val="FFFFFF"/>
                </a:solidFill>
              </a14:hiddenFill>
            </a:ext>
          </a:extLst>
        </p:spPr>
      </p:pic>
      <p:pic>
        <p:nvPicPr>
          <p:cNvPr id="7180" name="Picture 12" descr="5 datos sobre el consumo a tener en cuenta en un año de incertidumbre">
            <a:extLst>
              <a:ext uri="{FF2B5EF4-FFF2-40B4-BE49-F238E27FC236}">
                <a16:creationId xmlns:a16="http://schemas.microsoft.com/office/drawing/2014/main" id="{BC644992-B9CB-D267-08CD-BDDC9BEF1E44}"/>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612076" y="2056748"/>
            <a:ext cx="3536373" cy="23575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93071781"/>
      </p:ext>
    </p:extLst>
  </p:cSld>
  <p:clrMapOvr>
    <a:overrideClrMapping bg1="lt1" tx1="dk1" bg2="lt2" tx2="dk2" accent1="accent1" accent2="accent2" accent3="accent3" accent4="accent4" accent5="accent5" accent6="accent6" hlink="hlink" folHlink="folHlink"/>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Infografía: ¿Cuál es el crecimiento poblacional del mundo en 2024? | Statista">
            <a:extLst>
              <a:ext uri="{FF2B5EF4-FFF2-40B4-BE49-F238E27FC236}">
                <a16:creationId xmlns:a16="http://schemas.microsoft.com/office/drawing/2014/main" id="{86C1F2D3-DB0B-C59D-1CC2-82AC3B3F6BC7}"/>
              </a:ext>
            </a:extLst>
          </p:cNvPr>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bwMode="auto">
          <a:xfrm>
            <a:off x="527301" y="555585"/>
            <a:ext cx="5931532" cy="5931532"/>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Infografía: Los países más poblados del mundo a lo largo del tiempo | Statista">
            <a:extLst>
              <a:ext uri="{FF2B5EF4-FFF2-40B4-BE49-F238E27FC236}">
                <a16:creationId xmlns:a16="http://schemas.microsoft.com/office/drawing/2014/main" id="{9554D7B1-D75C-D0F4-4E9C-F114B8A27D7C}"/>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6632294" y="555586"/>
            <a:ext cx="5084170" cy="59315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34397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8194" name="Picture 2" descr="Cuántas personas hay en el mundo? | El Destape">
            <a:extLst>
              <a:ext uri="{FF2B5EF4-FFF2-40B4-BE49-F238E27FC236}">
                <a16:creationId xmlns:a16="http://schemas.microsoft.com/office/drawing/2014/main" id="{0306DD7F-9862-FA7E-C656-D144F1DA038E}"/>
              </a:ext>
            </a:extLst>
          </p:cNvPr>
          <p:cNvPicPr>
            <a:picLocks noGrp="1" noChangeAspect="1" noChangeArrowheads="1"/>
          </p:cNvPicPr>
          <p:nvPr>
            <p:ph sz="half" idx="1"/>
          </p:nvPr>
        </p:nvPicPr>
        <p:blipFill>
          <a:blip r:embed="rId4">
            <a:extLst>
              <a:ext uri="{28A0092B-C50C-407E-A947-70E740481C1C}">
                <a14:useLocalDpi xmlns:a14="http://schemas.microsoft.com/office/drawing/2010/main" val="0"/>
              </a:ext>
            </a:extLst>
          </a:blip>
          <a:stretch>
            <a:fillRect/>
          </a:stretch>
        </p:blipFill>
        <p:spPr bwMode="auto">
          <a:xfrm>
            <a:off x="1243314" y="2382643"/>
            <a:ext cx="5181600" cy="2913210"/>
          </a:xfrm>
          <a:prstGeom prst="rect">
            <a:avLst/>
          </a:prstGeom>
          <a:noFill/>
          <a:extLst>
            <a:ext uri="{909E8E84-426E-40DD-AFC4-6F175D3DCCD1}">
              <a14:hiddenFill xmlns:a14="http://schemas.microsoft.com/office/drawing/2010/main">
                <a:solidFill>
                  <a:srgbClr val="FFFFFF"/>
                </a:solidFill>
              </a14:hiddenFill>
            </a:ext>
          </a:extLst>
        </p:spPr>
      </p:pic>
      <p:pic>
        <p:nvPicPr>
          <p:cNvPr id="8196" name="Picture 4" descr="Gente 3d - Hombre, Persona Y Signo De Interrogación. Confusión Fotos,  retratos, imágenes y fotografía de archivo libres de derecho. Image 21138688">
            <a:extLst>
              <a:ext uri="{FF2B5EF4-FFF2-40B4-BE49-F238E27FC236}">
                <a16:creationId xmlns:a16="http://schemas.microsoft.com/office/drawing/2014/main" id="{AF25BBF2-482C-DF09-F382-C289E41508F9}"/>
              </a:ext>
            </a:extLst>
          </p:cNvPr>
          <p:cNvPicPr>
            <a:picLocks noGrp="1" noChangeAspect="1" noChangeArrowheads="1"/>
          </p:cNvPicPr>
          <p:nvPr>
            <p:ph sz="half" idx="2"/>
          </p:nvPr>
        </p:nvPicPr>
        <p:blipFill>
          <a:blip r:embed="rId5">
            <a:extLst>
              <a:ext uri="{28A0092B-C50C-407E-A947-70E740481C1C}">
                <a14:useLocalDpi xmlns:a14="http://schemas.microsoft.com/office/drawing/2010/main" val="0"/>
              </a:ext>
            </a:extLst>
          </a:blip>
          <a:stretch>
            <a:fillRect/>
          </a:stretch>
        </p:blipFill>
        <p:spPr bwMode="auto">
          <a:xfrm>
            <a:off x="7015770" y="1825625"/>
            <a:ext cx="3494459"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43654712"/>
      </p:ext>
    </p:extLst>
  </p:cSld>
  <p:clrMapOvr>
    <a:overrideClrMapping bg1="lt1" tx1="dk1" bg2="lt2" tx2="dk2" accent1="accent1" accent2="accent2" accent3="accent3" accent4="accent4" accent5="accent5" accent6="accent6" hlink="hlink" folHlink="folHlink"/>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D97E793-54FF-BDB8-92D5-DD5BD7B7FA7D}"/>
              </a:ext>
            </a:extLst>
          </p:cNvPr>
          <p:cNvSpPr>
            <a:spLocks noGrp="1"/>
          </p:cNvSpPr>
          <p:nvPr>
            <p:ph type="title"/>
          </p:nvPr>
        </p:nvSpPr>
        <p:spPr>
          <a:xfrm>
            <a:off x="838200" y="203080"/>
            <a:ext cx="10515600" cy="1070135"/>
          </a:xfrm>
        </p:spPr>
        <p:txBody>
          <a:bodyPr>
            <a:normAutofit/>
          </a:bodyPr>
          <a:lstStyle/>
          <a:p>
            <a:pPr algn="ctr"/>
            <a:r>
              <a:rPr lang="es-AR" sz="3200" b="1" dirty="0"/>
              <a:t>ASPECTOS AMBIENTALES DE LA INDUSTRIA DE PROCESOS</a:t>
            </a:r>
          </a:p>
        </p:txBody>
      </p:sp>
      <p:graphicFrame>
        <p:nvGraphicFramePr>
          <p:cNvPr id="4" name="Marcador de contenido 3">
            <a:extLst>
              <a:ext uri="{FF2B5EF4-FFF2-40B4-BE49-F238E27FC236}">
                <a16:creationId xmlns:a16="http://schemas.microsoft.com/office/drawing/2014/main" id="{CD25108B-0C77-5AB7-3566-45AFFDDE0492}"/>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013754680"/>
      </p:ext>
    </p:extLst>
  </p:cSld>
  <p:clrMapOvr>
    <a:overrideClrMapping bg1="lt1" tx1="dk1" bg2="lt2" tx2="dk2" accent1="accent1" accent2="accent2" accent3="accent3" accent4="accent4" accent5="accent5" accent6="accent6" hlink="hlink" folHlink="folHlink"/>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Marcador de contenido 5">
            <a:extLst>
              <a:ext uri="{FF2B5EF4-FFF2-40B4-BE49-F238E27FC236}">
                <a16:creationId xmlns:a16="http://schemas.microsoft.com/office/drawing/2014/main" id="{D47351B6-6770-09C6-22BC-C9A63A2D0248}"/>
              </a:ext>
            </a:extLst>
          </p:cNvPr>
          <p:cNvSpPr>
            <a:spLocks noGrp="1"/>
          </p:cNvSpPr>
          <p:nvPr>
            <p:ph idx="1"/>
          </p:nvPr>
        </p:nvSpPr>
        <p:spPr>
          <a:xfrm>
            <a:off x="731322" y="804348"/>
            <a:ext cx="10515600" cy="976952"/>
          </a:xfrm>
        </p:spPr>
        <p:txBody>
          <a:bodyPr/>
          <a:lstStyle/>
          <a:p>
            <a:pPr marL="0" indent="0" algn="ctr">
              <a:buNone/>
            </a:pPr>
            <a:r>
              <a:rPr lang="es-AR" dirty="0">
                <a:solidFill>
                  <a:srgbClr val="FF0000"/>
                </a:solidFill>
              </a:rPr>
              <a:t>Economía basada en el consumo, consumo que genera competencia, competencia que exige innovaciones tecnológicas.</a:t>
            </a:r>
          </a:p>
        </p:txBody>
      </p:sp>
      <p:pic>
        <p:nvPicPr>
          <p:cNvPr id="2050" name="Picture 2">
            <a:extLst>
              <a:ext uri="{FF2B5EF4-FFF2-40B4-BE49-F238E27FC236}">
                <a16:creationId xmlns:a16="http://schemas.microsoft.com/office/drawing/2014/main" id="{AFB5258B-1313-6748-82ED-42F91662460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72404" y="1781300"/>
            <a:ext cx="4802529" cy="48025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369166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9716ACB-8883-8343-271F-47F58ED96EE0}"/>
              </a:ext>
            </a:extLst>
          </p:cNvPr>
          <p:cNvSpPr>
            <a:spLocks noGrp="1"/>
          </p:cNvSpPr>
          <p:nvPr>
            <p:ph type="title"/>
          </p:nvPr>
        </p:nvSpPr>
        <p:spPr/>
        <p:txBody>
          <a:bodyPr/>
          <a:lstStyle/>
          <a:p>
            <a:endParaRPr lang="es-AR"/>
          </a:p>
        </p:txBody>
      </p:sp>
      <p:sp>
        <p:nvSpPr>
          <p:cNvPr id="3" name="Marcador de contenido 2">
            <a:extLst>
              <a:ext uri="{FF2B5EF4-FFF2-40B4-BE49-F238E27FC236}">
                <a16:creationId xmlns:a16="http://schemas.microsoft.com/office/drawing/2014/main" id="{DCB55FB0-A566-0C7D-C6CE-D286D04AE8D1}"/>
              </a:ext>
            </a:extLst>
          </p:cNvPr>
          <p:cNvSpPr>
            <a:spLocks noGrp="1"/>
          </p:cNvSpPr>
          <p:nvPr>
            <p:ph sz="half" idx="1"/>
          </p:nvPr>
        </p:nvSpPr>
        <p:spPr/>
        <p:txBody>
          <a:bodyPr/>
          <a:lstStyle/>
          <a:p>
            <a:endParaRPr lang="es-AR"/>
          </a:p>
        </p:txBody>
      </p:sp>
      <p:sp>
        <p:nvSpPr>
          <p:cNvPr id="4" name="Marcador de contenido 3">
            <a:extLst>
              <a:ext uri="{FF2B5EF4-FFF2-40B4-BE49-F238E27FC236}">
                <a16:creationId xmlns:a16="http://schemas.microsoft.com/office/drawing/2014/main" id="{81E6E26D-81A1-0132-9FA4-753650396294}"/>
              </a:ext>
            </a:extLst>
          </p:cNvPr>
          <p:cNvSpPr>
            <a:spLocks noGrp="1"/>
          </p:cNvSpPr>
          <p:nvPr>
            <p:ph sz="half" idx="2"/>
          </p:nvPr>
        </p:nvSpPr>
        <p:spPr/>
        <p:txBody>
          <a:bodyPr/>
          <a:lstStyle/>
          <a:p>
            <a:endParaRPr lang="es-AR"/>
          </a:p>
        </p:txBody>
      </p:sp>
    </p:spTree>
    <p:extLst>
      <p:ext uri="{BB962C8B-B14F-4D97-AF65-F5344CB8AC3E}">
        <p14:creationId xmlns:p14="http://schemas.microsoft.com/office/powerpoint/2010/main" val="3217723872"/>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4.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5.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6.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7.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8.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9.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10.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1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1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13.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14.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otalTime>1364</TotalTime>
  <Words>642</Words>
  <Application>Microsoft Macintosh PowerPoint</Application>
  <PresentationFormat>Panorámica</PresentationFormat>
  <Paragraphs>46</Paragraphs>
  <Slides>18</Slides>
  <Notes>1</Notes>
  <HiddenSlides>0</HiddenSlides>
  <MMClips>0</MMClips>
  <ScaleCrop>false</ScaleCrop>
  <HeadingPairs>
    <vt:vector size="6" baseType="variant">
      <vt:variant>
        <vt:lpstr>Fuentes usadas</vt:lpstr>
      </vt:variant>
      <vt:variant>
        <vt:i4>4</vt:i4>
      </vt:variant>
      <vt:variant>
        <vt:lpstr>Tema</vt:lpstr>
      </vt:variant>
      <vt:variant>
        <vt:i4>2</vt:i4>
      </vt:variant>
      <vt:variant>
        <vt:lpstr>Títulos de diapositiva</vt:lpstr>
      </vt:variant>
      <vt:variant>
        <vt:i4>18</vt:i4>
      </vt:variant>
    </vt:vector>
  </HeadingPairs>
  <TitlesOfParts>
    <vt:vector size="24" baseType="lpstr">
      <vt:lpstr>Arial</vt:lpstr>
      <vt:lpstr>Bernard MT Condensed</vt:lpstr>
      <vt:lpstr>Calibri</vt:lpstr>
      <vt:lpstr>Calibri Light</vt:lpstr>
      <vt:lpstr>Tema de Office</vt:lpstr>
      <vt:lpstr>1_Tema de Office</vt:lpstr>
      <vt:lpstr>TECNOLOGIAS LIMPIAS EN LOS PROCESOS INDUSTRIALES</vt:lpstr>
      <vt:lpstr>Presentación de PowerPoint</vt:lpstr>
      <vt:lpstr>Presentación de PowerPoint</vt:lpstr>
      <vt:lpstr>Presentación de PowerPoint</vt:lpstr>
      <vt:lpstr>Presentación de PowerPoint</vt:lpstr>
      <vt:lpstr>Los principales hitos tecnológicos</vt:lpstr>
      <vt:lpstr>Presentación de PowerPoint</vt:lpstr>
      <vt:lpstr>Presentación de PowerPoint</vt:lpstr>
      <vt:lpstr>Presentación de PowerPoint</vt:lpstr>
      <vt:lpstr>Presentación de PowerPoint</vt:lpstr>
      <vt:lpstr>Presentación de PowerPoint</vt:lpstr>
      <vt:lpstr>Presentación de PowerPoint</vt:lpstr>
      <vt:lpstr>SIGLO XXI</vt:lpstr>
      <vt:lpstr>Presentación de PowerPoint</vt:lpstr>
      <vt:lpstr>Presentación de PowerPoint</vt:lpstr>
      <vt:lpstr>ASPECTOS AMBIENTALES DE LA INDUSTRIA DE PROCESOS</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TECNOLOGIAS LIMPIAS EN LOS PROCESOS INDUSTRIALES</dc:title>
  <dc:creator>Microsoft Office User</dc:creator>
  <cp:lastModifiedBy>Microsoft Office User</cp:lastModifiedBy>
  <cp:revision>15</cp:revision>
  <dcterms:created xsi:type="dcterms:W3CDTF">2024-08-09T08:59:15Z</dcterms:created>
  <dcterms:modified xsi:type="dcterms:W3CDTF">2025-08-11T02:33:45Z</dcterms:modified>
</cp:coreProperties>
</file>